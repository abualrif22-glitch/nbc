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Teacher: ask who has lost a file before. Folders stop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this plan on the board all lesson. Tick each step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Ctrl + S saves. Pupils press it every few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around. Pupils who finish help a neighbour (not touch their mouse!).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 1"/>
          <p:cNvSpPr/>
          <p:nvPr/>
        </p:nvSpPr>
        <p:spPr>
          <a:xfrm>
            <a:off x="6035040" y="457200"/>
            <a:ext cx="3840480" cy="38404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Blob 2"/>
          <p:cNvSpPr/>
          <p:nvPr/>
        </p:nvSpPr>
        <p:spPr>
          <a:xfrm>
            <a:off x="7223760" y="2926080"/>
            <a:ext cx="2926080" cy="2926080"/>
          </a:xfrm>
          <a:prstGeom prst="ellipse">
            <a:avLst/>
          </a:prstGeom>
          <a:solidFill>
            <a:srgbClr val="3D3470"/>
          </a:solidFill>
          <a:ln w="12700">
            <a:solidFill>
              <a:srgbClr val="3D3470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54864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Folder, My Work</a:t>
            </a:r>
            <a:endParaRPr lang="en-US" sz="4400" dirty="0"/>
          </a:p>
        </p:txBody>
      </p:sp>
      <p:sp>
        <p:nvSpPr>
          <p:cNvPr id="5" name="Text 4"/>
          <p:cNvSpPr txBox="1"/>
          <p:nvPr/>
        </p:nvSpPr>
        <p:spPr>
          <a:xfrm>
            <a:off x="548640" y="3108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download a file and save it in YOUR own folder</a:t>
            </a:r>
            <a:endParaRPr lang="en-US" sz="2000" dirty="0"/>
          </a:p>
        </p:txBody>
      </p:sp>
      <p:pic>
        <p:nvPicPr>
          <p:cNvPr id="6" name="Icon 5" descr="Fa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85800"/>
            <a:ext cx="822960" cy="822960"/>
          </a:xfrm>
          <a:prstGeom prst="rect">
            <a:avLst/>
          </a:prstGeom>
        </p:spPr>
      </p:pic>
      <p:pic>
        <p:nvPicPr>
          <p:cNvPr id="7" name="Icon 6" descr="FaDown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685800"/>
            <a:ext cx="822960" cy="822960"/>
          </a:xfrm>
          <a:prstGeom prst="rect">
            <a:avLst/>
          </a:prstGeom>
        </p:spPr>
      </p:pic>
      <p:pic>
        <p:nvPicPr>
          <p:cNvPr id="8" name="Icon 7" descr="FaFileWo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65960"/>
            <a:ext cx="822960" cy="822960"/>
          </a:xfrm>
          <a:prstGeom prst="rect">
            <a:avLst/>
          </a:prstGeom>
        </p:spPr>
      </p:pic>
      <p:pic>
        <p:nvPicPr>
          <p:cNvPr id="9" name="Icon 8" descr="FaSa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9659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9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folders?</a:t>
            </a:r>
            <a:endParaRPr lang="en-US" sz="3000" dirty="0"/>
          </a:p>
        </p:txBody>
      </p:sp>
      <p:sp>
        <p:nvSpPr>
          <p:cNvPr id="4" name="Card 11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6C63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12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</a:t>
            </a:r>
            <a:endParaRPr lang="en-US" sz="3400" dirty="0"/>
          </a:p>
        </p:txBody>
      </p:sp>
      <p:sp>
        <p:nvSpPr>
          <p:cNvPr id="6" name="Text 13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are drawers in a cupboard</a:t>
            </a:r>
            <a:endParaRPr lang="en-US" sz="2000" dirty="0"/>
          </a:p>
        </p:txBody>
      </p:sp>
      <p:sp>
        <p:nvSpPr>
          <p:cNvPr id="7" name="Text 14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drawer: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my maths.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drawer: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my computing.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folder: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work, so it is easy to find!</a:t>
            </a:r>
            <a:endParaRPr lang="en-US" sz="1800" dirty="0"/>
          </a:p>
        </p:txBody>
      </p:sp>
      <p:sp>
        <p:nvSpPr>
          <p:cNvPr id="8" name="Card 15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16" descr="Cupboard with labelled draw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7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18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easy steps</a:t>
            </a:r>
            <a:endParaRPr lang="en-US" sz="3000" dirty="0"/>
          </a:p>
        </p:txBody>
      </p:sp>
      <p:sp>
        <p:nvSpPr>
          <p:cNvPr id="4" name="Card 19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9A3D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0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3400" dirty="0"/>
          </a:p>
        </p:txBody>
      </p:sp>
      <p:sp>
        <p:nvSpPr>
          <p:cNvPr id="6" name="Text 21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numbers, one at a time</a:t>
            </a:r>
            <a:endParaRPr lang="en-US" sz="2000" dirty="0"/>
          </a:p>
        </p:txBody>
      </p:sp>
      <p:sp>
        <p:nvSpPr>
          <p:cNvPr id="7" name="Text 22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folder.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Download.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folder and Save.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from your folder.</a:t>
            </a:r>
            <a:endParaRPr lang="en-US" sz="1800" dirty="0"/>
          </a:p>
        </p:txBody>
      </p:sp>
      <p:sp>
        <p:nvSpPr>
          <p:cNvPr id="8" name="Card 23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4" descr="Five 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5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3" name="Text 26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Open Documents</a:t>
            </a:r>
            <a:endParaRPr lang="en-US" sz="3000" dirty="0"/>
          </a:p>
        </p:txBody>
      </p:sp>
      <p:pic>
        <p:nvPicPr>
          <p:cNvPr id="4" name="Image 0" descr="/tmp/claude-0/-home-claude/14c3e32a-71e8-510d-8ed6-ad99b5ed7597/scratchpad/shots/w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675193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97280"/>
            <a:ext cx="6751930" cy="3246120"/>
          </a:xfrm>
          <a:prstGeom prst="rect">
            <a:avLst/>
          </a:prstGeom>
          <a:ln w="12700">
            <a:solidFill>
              <a:srgbClr val="B9B3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9877" y="2451898"/>
            <a:ext cx="1751860" cy="249370"/>
          </a:xfrm>
          <a:prstGeom prst="roundRect">
            <a:avLst>
              <a:gd name="adj" fmla="val 22001"/>
            </a:avLst>
          </a:prstGeom>
          <a:ln w="44450">
            <a:solidFill>
              <a:srgbClr val="FF5C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3573" y="2305594"/>
            <a:ext cx="347472" cy="347472"/>
          </a:xfrm>
          <a:prstGeom prst="ellipse">
            <a:avLst/>
          </a:prstGeom>
          <a:solidFill>
            <a:srgbClr val="FF5C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27"/>
          <p:cNvSpPr txBox="1"/>
          <p:nvPr/>
        </p:nvSpPr>
        <p:spPr>
          <a:xfrm>
            <a:off x="503573" y="230559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28"/>
          <p:cNvSpPr txBox="1"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Documents on the left. Your own folders will be inside.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9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3" name="Text 3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Make your folder</a:t>
            </a:r>
            <a:endParaRPr lang="en-US" sz="3000" dirty="0"/>
          </a:p>
        </p:txBody>
      </p:sp>
      <p:pic>
        <p:nvPicPr>
          <p:cNvPr id="4" name="Image 0" descr="/tmp/claude-0/-home-claude/14c3e32a-71e8-510d-8ed6-ad99b5ed7597/scratchpad/shots/w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046720" cy="13561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188720"/>
            <a:ext cx="8046720" cy="1356189"/>
          </a:xfrm>
          <a:prstGeom prst="rect">
            <a:avLst/>
          </a:prstGeom>
          <a:ln w="12700">
            <a:solidFill>
              <a:srgbClr val="B9B3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5080" y="1717223"/>
            <a:ext cx="1225912" cy="615628"/>
          </a:xfrm>
          <a:prstGeom prst="roundRect">
            <a:avLst>
              <a:gd name="adj" fmla="val 8912"/>
            </a:avLst>
          </a:prstGeom>
          <a:ln w="44450">
            <a:solidFill>
              <a:srgbClr val="FF5C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8776" y="1570919"/>
            <a:ext cx="347472" cy="347472"/>
          </a:xfrm>
          <a:prstGeom prst="ellipse">
            <a:avLst/>
          </a:prstGeom>
          <a:solidFill>
            <a:srgbClr val="FF5C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31"/>
          <p:cNvSpPr txBox="1"/>
          <p:nvPr/>
        </p:nvSpPr>
        <p:spPr>
          <a:xfrm>
            <a:off x="478776" y="157091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32"/>
          <p:cNvSpPr txBox="1"/>
          <p:nvPr/>
        </p:nvSpPr>
        <p:spPr>
          <a:xfrm>
            <a:off x="640080" y="27432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(top left).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Folder.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Y3-Ali (class + your name), press Enter.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33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34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Press Download</a:t>
            </a:r>
            <a:endParaRPr lang="en-US" sz="3000" dirty="0"/>
          </a:p>
        </p:txBody>
      </p:sp>
      <p:pic>
        <p:nvPicPr>
          <p:cNvPr id="4" name="Image 0" descr="/tmp/claude-0/-home-claude/14c3e32a-71e8-510d-8ed6-ad99b5ed7597/scratchpad/shots/w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7498080" cy="2852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143000"/>
            <a:ext cx="7498080" cy="2852928"/>
          </a:xfrm>
          <a:prstGeom prst="rect">
            <a:avLst/>
          </a:prstGeom>
          <a:ln w="12700">
            <a:solidFill>
              <a:srgbClr val="B9B3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48272" y="3026664"/>
            <a:ext cx="1444752" cy="530352"/>
          </a:xfrm>
          <a:prstGeom prst="roundRect">
            <a:avLst>
              <a:gd name="adj" fmla="val 10345"/>
            </a:avLst>
          </a:prstGeom>
          <a:ln w="44450">
            <a:solidFill>
              <a:srgbClr val="FF5C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01968" y="2880360"/>
            <a:ext cx="347472" cy="347472"/>
          </a:xfrm>
          <a:prstGeom prst="ellipse">
            <a:avLst/>
          </a:prstGeom>
          <a:solidFill>
            <a:srgbClr val="FF5C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35"/>
          <p:cNvSpPr txBox="1"/>
          <p:nvPr/>
        </p:nvSpPr>
        <p:spPr>
          <a:xfrm>
            <a:off x="6601968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36"/>
          <p:cNvSpPr txBox="1"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Download button next to your file.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37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38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Save in YOUR folder</a:t>
            </a:r>
            <a:endParaRPr lang="en-US" sz="3000" dirty="0"/>
          </a:p>
        </p:txBody>
      </p:sp>
      <p:pic>
        <p:nvPicPr>
          <p:cNvPr id="4" name="Image 0" descr="/tmp/claude-0/-home-claude/14c3e32a-71e8-510d-8ed6-ad99b5ed7597/scratchpad/shots/w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389120" cy="32857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4389120" cy="3285744"/>
          </a:xfrm>
          <a:prstGeom prst="rect">
            <a:avLst/>
          </a:prstGeom>
          <a:ln w="12700">
            <a:solidFill>
              <a:srgbClr val="B9B3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35024" y="1426464"/>
            <a:ext cx="1566672" cy="207264"/>
          </a:xfrm>
          <a:prstGeom prst="roundRect">
            <a:avLst>
              <a:gd name="adj" fmla="val 26471"/>
            </a:avLst>
          </a:prstGeom>
          <a:ln w="44450">
            <a:solidFill>
              <a:srgbClr val="FF5C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88720" y="1280160"/>
            <a:ext cx="347472" cy="347472"/>
          </a:xfrm>
          <a:prstGeom prst="ellipse">
            <a:avLst/>
          </a:prstGeom>
          <a:solidFill>
            <a:srgbClr val="FF5C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39"/>
          <p:cNvSpPr txBox="1"/>
          <p:nvPr/>
        </p:nvSpPr>
        <p:spPr>
          <a:xfrm>
            <a:off x="11887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2752" y="3236976"/>
            <a:ext cx="4078224" cy="213360"/>
          </a:xfrm>
          <a:prstGeom prst="roundRect">
            <a:avLst>
              <a:gd name="adj" fmla="val 25714"/>
            </a:avLst>
          </a:prstGeom>
          <a:ln w="44450">
            <a:solidFill>
              <a:srgbClr val="FF9A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6448" y="3090672"/>
            <a:ext cx="347472" cy="347472"/>
          </a:xfrm>
          <a:prstGeom prst="ellipse">
            <a:avLst/>
          </a:prstGeom>
          <a:solidFill>
            <a:srgbClr val="FF9A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40"/>
          <p:cNvSpPr txBox="1"/>
          <p:nvPr/>
        </p:nvSpPr>
        <p:spPr>
          <a:xfrm>
            <a:off x="536448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97936" y="4139184"/>
            <a:ext cx="682752" cy="243840"/>
          </a:xfrm>
          <a:prstGeom prst="roundRect">
            <a:avLst>
              <a:gd name="adj" fmla="val 22500"/>
            </a:avLst>
          </a:prstGeom>
          <a:ln w="44450">
            <a:solidFill>
              <a:srgbClr val="2E9E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1632" y="3992880"/>
            <a:ext cx="347472" cy="347472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41"/>
          <p:cNvSpPr txBox="1"/>
          <p:nvPr/>
        </p:nvSpPr>
        <p:spPr>
          <a:xfrm>
            <a:off x="3151632" y="3992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42"/>
          <p:cNvSpPr txBox="1"/>
          <p:nvPr/>
        </p:nvSpPr>
        <p:spPr>
          <a:xfrm>
            <a:off x="493776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top says Documents › your folder.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file name.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Save!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43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44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Find it again</a:t>
            </a:r>
            <a:endParaRPr lang="en-US" sz="3000" dirty="0"/>
          </a:p>
        </p:txBody>
      </p:sp>
      <p:sp>
        <p:nvSpPr>
          <p:cNvPr id="4" name="Card 45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46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</a:t>
            </a:r>
            <a:endParaRPr lang="en-US" sz="3400" dirty="0"/>
          </a:p>
        </p:txBody>
      </p:sp>
      <p:sp>
        <p:nvSpPr>
          <p:cNvPr id="6" name="Text 47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folder, double-click your file</a:t>
            </a:r>
            <a:endParaRPr lang="en-US" sz="2000" dirty="0"/>
          </a:p>
        </p:txBody>
      </p:sp>
      <p:sp>
        <p:nvSpPr>
          <p:cNvPr id="7" name="Text 48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then your folder.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to open it.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save again with Ctrl + S.</a:t>
            </a:r>
            <a:endParaRPr lang="en-US" sz="1800" dirty="0"/>
          </a:p>
        </p:txBody>
      </p:sp>
      <p:sp>
        <p:nvSpPr>
          <p:cNvPr id="8" name="Card 49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50" descr="Folder with a Word file ins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51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3" name="Text 52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names help</a:t>
            </a:r>
            <a:endParaRPr lang="en-US" sz="3000" dirty="0"/>
          </a:p>
        </p:txBody>
      </p:sp>
      <p:sp>
        <p:nvSpPr>
          <p:cNvPr id="4" name="Card 53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5C8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54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</a:t>
            </a:r>
            <a:endParaRPr lang="en-US" sz="3400" dirty="0"/>
          </a:p>
        </p:txBody>
      </p:sp>
      <p:sp>
        <p:nvSpPr>
          <p:cNvPr id="6" name="Text 55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name is short and has MY name</a:t>
            </a:r>
            <a:endParaRPr lang="en-US" sz="2000" dirty="0"/>
          </a:p>
        </p:txBody>
      </p:sp>
      <p:sp>
        <p:nvSpPr>
          <p:cNvPr id="7" name="Text 56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name, like Y3-Ali.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name to the end.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folder (7) or random letters.</a:t>
            </a:r>
            <a:endParaRPr lang="en-US" sz="1800" dirty="0"/>
          </a:p>
        </p:txBody>
      </p:sp>
      <p:sp>
        <p:nvSpPr>
          <p:cNvPr id="8" name="Card 57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58" descr="Good and bad file na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59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6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Text 61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save our work?</a:t>
            </a:r>
            <a:endParaRPr lang="en-US" sz="2600" dirty="0"/>
          </a:p>
        </p:txBody>
      </p:sp>
      <p:sp>
        <p:nvSpPr>
          <p:cNvPr id="5" name="Card 62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63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64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5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desktop, anywhere</a:t>
            </a:r>
            <a:endParaRPr lang="en-US" sz="2200" dirty="0"/>
          </a:p>
        </p:txBody>
      </p:sp>
      <p:sp>
        <p:nvSpPr>
          <p:cNvPr id="9" name="Card 66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67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68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69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folder inside Documents</a:t>
            </a:r>
            <a:endParaRPr lang="en-US" sz="2200" dirty="0"/>
          </a:p>
        </p:txBody>
      </p:sp>
      <p:sp>
        <p:nvSpPr>
          <p:cNvPr id="13" name="Card 70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71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72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73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someone else’s folder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74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7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The answer</a:t>
            </a:r>
            <a:endParaRPr lang="en-US" sz="3000" dirty="0"/>
          </a:p>
        </p:txBody>
      </p:sp>
      <p:sp>
        <p:nvSpPr>
          <p:cNvPr id="4" name="Text 76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save our work?</a:t>
            </a:r>
            <a:endParaRPr lang="en-US" sz="2600" dirty="0"/>
          </a:p>
        </p:txBody>
      </p:sp>
      <p:sp>
        <p:nvSpPr>
          <p:cNvPr id="5" name="Card 77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78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79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80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desktop, anywhere</a:t>
            </a:r>
            <a:endParaRPr lang="en-US" sz="2200" dirty="0"/>
          </a:p>
        </p:txBody>
      </p:sp>
      <p:sp>
        <p:nvSpPr>
          <p:cNvPr id="9" name="Card 81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D9F5E6"/>
          </a:solidFill>
          <a:ln w="381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82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3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84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folder inside Documents</a:t>
            </a:r>
            <a:endParaRPr lang="en-US" sz="2200" dirty="0"/>
          </a:p>
        </p:txBody>
      </p:sp>
      <p:sp>
        <p:nvSpPr>
          <p:cNvPr id="13" name="Card 85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86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87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88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someone else’s folder</a:t>
            </a:r>
            <a:endParaRPr lang="en-US" sz="2200" dirty="0"/>
          </a:p>
        </p:txBody>
      </p:sp>
      <p:sp>
        <p:nvSpPr>
          <p:cNvPr id="17" name="Text 8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own folder, in Documents.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90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3" name="Text 9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Text 92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button do we press to get the file from the Work Area?</a:t>
            </a:r>
            <a:endParaRPr lang="en-US" sz="2600" dirty="0"/>
          </a:p>
        </p:txBody>
      </p:sp>
      <p:sp>
        <p:nvSpPr>
          <p:cNvPr id="5" name="Card 93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94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95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96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2200" dirty="0"/>
          </a:p>
        </p:txBody>
      </p:sp>
      <p:sp>
        <p:nvSpPr>
          <p:cNvPr id="9" name="Card 97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98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9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0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2200" dirty="0"/>
          </a:p>
        </p:txBody>
      </p:sp>
      <p:sp>
        <p:nvSpPr>
          <p:cNvPr id="13" name="Card 101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102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3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04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05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106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The answer</a:t>
            </a:r>
            <a:endParaRPr lang="en-US" sz="3000" dirty="0"/>
          </a:p>
        </p:txBody>
      </p:sp>
      <p:sp>
        <p:nvSpPr>
          <p:cNvPr id="4" name="Text 107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button do we press to get the file from the Work Area?</a:t>
            </a:r>
            <a:endParaRPr lang="en-US" sz="2600" dirty="0"/>
          </a:p>
        </p:txBody>
      </p:sp>
      <p:sp>
        <p:nvSpPr>
          <p:cNvPr id="5" name="Card 108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109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110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111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2200" dirty="0"/>
          </a:p>
        </p:txBody>
      </p:sp>
      <p:sp>
        <p:nvSpPr>
          <p:cNvPr id="9" name="Card 112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D9F5E6"/>
          </a:solidFill>
          <a:ln w="381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113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114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15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2200" dirty="0"/>
          </a:p>
        </p:txBody>
      </p:sp>
      <p:sp>
        <p:nvSpPr>
          <p:cNvPr id="13" name="Card 116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117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8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19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200" dirty="0"/>
          </a:p>
        </p:txBody>
      </p:sp>
      <p:sp>
        <p:nvSpPr>
          <p:cNvPr id="17" name="Text 120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starts the Save As box.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21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122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Do it yourself!</a:t>
            </a:r>
            <a:endParaRPr lang="en-US" sz="3000" dirty="0"/>
          </a:p>
        </p:txBody>
      </p:sp>
      <p:sp>
        <p:nvSpPr>
          <p:cNvPr id="4" name="Tag 123"/>
          <p:cNvSpPr/>
          <p:nvPr/>
        </p:nvSpPr>
        <p:spPr>
          <a:xfrm>
            <a:off x="7223760" y="3840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5" name="Text 124"/>
          <p:cNvSpPr txBox="1"/>
          <p:nvPr/>
        </p:nvSpPr>
        <p:spPr>
          <a:xfrm>
            <a:off x="7223760" y="384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600" dirty="0"/>
          </a:p>
        </p:txBody>
      </p:sp>
      <p:sp>
        <p:nvSpPr>
          <p:cNvPr id="6" name="Card 125"/>
          <p:cNvSpPr/>
          <p:nvPr/>
        </p:nvSpPr>
        <p:spPr>
          <a:xfrm>
            <a:off x="457200" y="118872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Dot 126"/>
          <p:cNvSpPr/>
          <p:nvPr/>
        </p:nvSpPr>
        <p:spPr>
          <a:xfrm>
            <a:off x="594360" y="135102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127"/>
          <p:cNvSpPr txBox="1"/>
          <p:nvPr/>
        </p:nvSpPr>
        <p:spPr>
          <a:xfrm>
            <a:off x="594360" y="13510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128"/>
          <p:cNvSpPr txBox="1"/>
          <p:nvPr/>
        </p:nvSpPr>
        <p:spPr>
          <a:xfrm>
            <a:off x="1188720" y="118872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Documents.</a:t>
            </a:r>
            <a:endParaRPr lang="en-US" sz="1700" dirty="0"/>
          </a:p>
        </p:txBody>
      </p:sp>
      <p:sp>
        <p:nvSpPr>
          <p:cNvPr id="10" name="Card 129"/>
          <p:cNvSpPr/>
          <p:nvPr/>
        </p:nvSpPr>
        <p:spPr>
          <a:xfrm>
            <a:off x="457200" y="208026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1" name="Dot 130"/>
          <p:cNvSpPr/>
          <p:nvPr/>
        </p:nvSpPr>
        <p:spPr>
          <a:xfrm>
            <a:off x="594360" y="224256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31"/>
          <p:cNvSpPr txBox="1"/>
          <p:nvPr/>
        </p:nvSpPr>
        <p:spPr>
          <a:xfrm>
            <a:off x="594360" y="22425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32"/>
          <p:cNvSpPr txBox="1"/>
          <p:nvPr/>
        </p:nvSpPr>
        <p:spPr>
          <a:xfrm>
            <a:off x="1188720" y="208026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folder with your class and name.</a:t>
            </a:r>
            <a:endParaRPr lang="en-US" sz="1700" dirty="0"/>
          </a:p>
        </p:txBody>
      </p:sp>
      <p:sp>
        <p:nvSpPr>
          <p:cNvPr id="14" name="Card 133"/>
          <p:cNvSpPr/>
          <p:nvPr/>
        </p:nvSpPr>
        <p:spPr>
          <a:xfrm>
            <a:off x="457200" y="297180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5" name="Dot 134"/>
          <p:cNvSpPr/>
          <p:nvPr/>
        </p:nvSpPr>
        <p:spPr>
          <a:xfrm>
            <a:off x="594360" y="313410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5"/>
          <p:cNvSpPr txBox="1"/>
          <p:nvPr/>
        </p:nvSpPr>
        <p:spPr>
          <a:xfrm>
            <a:off x="594360" y="31341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36"/>
          <p:cNvSpPr txBox="1"/>
          <p:nvPr/>
        </p:nvSpPr>
        <p:spPr>
          <a:xfrm>
            <a:off x="1188720" y="297180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today’s task from the Work Area.</a:t>
            </a:r>
            <a:endParaRPr lang="en-US" sz="1700" dirty="0"/>
          </a:p>
        </p:txBody>
      </p:sp>
      <p:sp>
        <p:nvSpPr>
          <p:cNvPr id="18" name="Card 137"/>
          <p:cNvSpPr/>
          <p:nvPr/>
        </p:nvSpPr>
        <p:spPr>
          <a:xfrm>
            <a:off x="457200" y="386334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9" name="Dot 138"/>
          <p:cNvSpPr/>
          <p:nvPr/>
        </p:nvSpPr>
        <p:spPr>
          <a:xfrm>
            <a:off x="594360" y="402564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39"/>
          <p:cNvSpPr txBox="1"/>
          <p:nvPr/>
        </p:nvSpPr>
        <p:spPr>
          <a:xfrm>
            <a:off x="594360" y="4025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40"/>
          <p:cNvSpPr txBox="1"/>
          <p:nvPr/>
        </p:nvSpPr>
        <p:spPr>
          <a:xfrm>
            <a:off x="1188720" y="386334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in YOUR folder, then open it.</a:t>
            </a:r>
            <a:endParaRPr lang="en-US" sz="1700" dirty="0"/>
          </a:p>
        </p:txBody>
      </p:sp>
      <p:sp>
        <p:nvSpPr>
          <p:cNvPr id="22" name="Card 141"/>
          <p:cNvSpPr/>
          <p:nvPr/>
        </p:nvSpPr>
        <p:spPr>
          <a:xfrm>
            <a:off x="4617720" y="1097280"/>
            <a:ext cx="420624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3" name="Picture 142" descr="Activity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188720"/>
            <a:ext cx="4023360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43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3" name="Text 144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Check this list</a:t>
            </a:r>
            <a:endParaRPr lang="en-US" sz="3000" dirty="0"/>
          </a:p>
        </p:txBody>
      </p:sp>
      <p:sp>
        <p:nvSpPr>
          <p:cNvPr id="4" name="Card 145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5C8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146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CARD</a:t>
            </a:r>
            <a:endParaRPr lang="en-US" sz="3400" dirty="0"/>
          </a:p>
        </p:txBody>
      </p:sp>
      <p:sp>
        <p:nvSpPr>
          <p:cNvPr id="6" name="Text 147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before you put your hand up</a:t>
            </a:r>
            <a:endParaRPr lang="en-US" sz="2000" dirty="0"/>
          </a:p>
        </p:txBody>
      </p:sp>
      <p:sp>
        <p:nvSpPr>
          <p:cNvPr id="7" name="Text 148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slowly.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stuck?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friend, then your teacher.</a:t>
            </a:r>
            <a:endParaRPr lang="en-US" sz="1800" dirty="0"/>
          </a:p>
        </p:txBody>
      </p:sp>
      <p:sp>
        <p:nvSpPr>
          <p:cNvPr id="8" name="Card 149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150" descr="Help qu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51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work!</a:t>
            </a:r>
            <a:endParaRPr lang="en-US" sz="4800" dirty="0"/>
          </a:p>
        </p:txBody>
      </p:sp>
      <p:sp>
        <p:nvSpPr>
          <p:cNvPr id="3" name="Text 152"/>
          <p:cNvSpPr txBox="1"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experts. Keep asking questions!</a:t>
            </a:r>
            <a:endParaRPr lang="en-US" sz="2400" dirty="0"/>
          </a:p>
        </p:txBody>
      </p:sp>
      <p:pic>
        <p:nvPicPr>
          <p:cNvPr id="4" name="Icon 153" descr="Fa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3657600"/>
            <a:ext cx="731520" cy="731520"/>
          </a:xfrm>
          <a:prstGeom prst="rect">
            <a:avLst/>
          </a:prstGeom>
        </p:spPr>
      </p:pic>
      <p:pic>
        <p:nvPicPr>
          <p:cNvPr id="5" name="Icon 154" descr="FaDown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657600"/>
            <a:ext cx="731520" cy="731520"/>
          </a:xfrm>
          <a:prstGeom prst="rect">
            <a:avLst/>
          </a:prstGeom>
        </p:spPr>
      </p:pic>
      <p:pic>
        <p:nvPicPr>
          <p:cNvPr id="6" name="Icon 155" descr="FaSa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657600"/>
            <a:ext cx="731520" cy="731520"/>
          </a:xfrm>
          <a:prstGeom prst="rect">
            <a:avLst/>
          </a:prstGeom>
        </p:spPr>
      </p:pic>
      <p:pic>
        <p:nvPicPr>
          <p:cNvPr id="7" name="Icon 156" descr="Fa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ve">
  <a:themeElements>
    <a:clrScheme name="Save">
      <a:dk1>
        <a:srgbClr val="2B2250"/>
      </a:dk1>
      <a:lt1>
        <a:srgbClr val="FFFFFF"/>
      </a:lt1>
      <a:dk2>
        <a:srgbClr val="3D3470"/>
      </a:dk2>
      <a:lt2>
        <a:srgbClr val="FFF8FB"/>
      </a:lt2>
      <a:accent1>
        <a:srgbClr val="1FB89A"/>
      </a:accent1>
      <a:accent2>
        <a:srgbClr val="FF9A3D"/>
      </a:accent2>
      <a:accent3>
        <a:srgbClr val="FF5C8A"/>
      </a:accent3>
      <a:accent4>
        <a:srgbClr val="4DA3E0"/>
      </a:accent4>
      <a:accent5>
        <a:srgbClr val="FFD23F"/>
      </a:accent5>
      <a:accent6>
        <a:srgbClr val="6B6685"/>
      </a:accent6>
      <a:hlink>
        <a:srgbClr val="4DA3E0"/>
      </a:hlink>
      <a:folHlink>
        <a:srgbClr val="6B6685"/>
      </a:folHlink>
    </a:clrScheme>
    <a:fontScheme name="Sav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Saving Your Work in Your Own Folder</dc:title>
  <dc:subject>PptxGenJS Presentation</dc:subject>
  <dc:creator>ICT</dc:creator>
  <cp:lastModifiedBy>ICT</cp:lastModifiedBy>
  <cp:revision>1</cp:revision>
  <dcterms:created xsi:type="dcterms:W3CDTF">2026-10-16T07:29:21Z</dcterms:created>
  <dcterms:modified xsi:type="dcterms:W3CDTF">2026-10-16T07:29:21Z</dcterms:modified>
</cp:coreProperties>
</file>