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(45-60 min): pupils make a folder named with their name and class year, create a Word document and save it inside that folder. Assumes Windows computers with File Explorer and Microsoft Word. If your school uses a different system or a network drive, adapt the location (Documents or the Year 3 shared folder) and tell pupils exactly where to make their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Explain the three jobs and that everyone ends with a folder containing a document, so the teacher can find each pupil's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Use a real-life link: a folder is like a school bag section or a drawer; files go inside. Ask: where do we keep paper work at school? Why is it important to keep files in the right place?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Agree the exact format with the class: first name + Year 3 (add the class letter if you have several, e.g. "Sara Year 3A"). Windows does not allow the symbols shown. Consistent names make folders easy to find and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 total for steps 1-2. Model on the board. On some computers File Explorer may be pinned elsewhere; show the Start button search as a backup (type File Explorer).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everyone is in the same place. If your school uses a shared drive, tell pupils to open it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Right-click = press the right button on the mouse (or two-finger tap on a trackpad). Pupils must click on an empty space, not on an existing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pupil clicks away before typing, the folder is called "New folder". Show them how to rename it: right-click it, choose Rename (or click it and press F2), type the name, press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round and check names. Ask pupils to read their folder name aloud to a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Start button is the Windows symbol bottom-left. If Word opens on a start screen, click Blank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type their own sentences. Fast finishers add what they like to do or a favourite subject. Do not worry about formatting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Some versions of Word show Save a Copy instead of Save As; the steps are the same. Pupils must press Browse so they can pick the folder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step. Check pupils open their own folder (the title bar at the top of the window shows the path) before pressing Save. Common mistake: saving into Documents instead of inside the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Pupils close Word, open their folder in File Explorer and double-click the document to prove it was saved. This is the success check for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during independent work. Encourage pupils to try the fix, then ask a partner, then ask the teacher.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Thumbs up, sideways or down. Collect folder names as evidence, or check a few folders on pupils'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Folders and Saving Files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23F"/>
                </a:solidFill>
              </a:rPr>
              <a:t>Year 3 · Make a folder. Save your work.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77840" y="109728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FFC83D"/>
            </a:solidFill>
            <a:prstDash val="solid"/>
          </a:ln>
        </p:spPr>
      </p:sp>
      <p:pic>
        <p:nvPicPr>
          <p:cNvPr id="5" name="Icon 2" descr="FaFolder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09728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4DA3E0"/>
            </a:solidFill>
            <a:prstDash val="solid"/>
          </a:ln>
        </p:spPr>
      </p:sp>
      <p:pic>
        <p:nvPicPr>
          <p:cNvPr id="7" name="Icon 3" descr="FaFile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64008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265176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FF5C8A"/>
            </a:solidFill>
            <a:prstDash val="solid"/>
          </a:ln>
        </p:spPr>
      </p:sp>
      <p:pic>
        <p:nvPicPr>
          <p:cNvPr id="9" name="Icon 4" descr="FaS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971800"/>
            <a:ext cx="640080" cy="640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132320" y="265176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FFD23F"/>
            </a:solidFill>
            <a:prstDash val="solid"/>
          </a:ln>
        </p:spPr>
      </p:sp>
      <p:pic>
        <p:nvPicPr>
          <p:cNvPr id="11" name="Icon 5" descr="FaMed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9718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Today you will…</a:t>
            </a:r>
            <a:endParaRPr lang="en-US" sz="2800" dirty="0"/>
          </a:p>
        </p:txBody>
      </p:sp>
      <p:sp>
        <p:nvSpPr>
          <p:cNvPr id="3" name="Accent 6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7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82296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54480"/>
            <a:ext cx="1097280" cy="10972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7" name="Icon 8" descr="FaFolder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28800"/>
            <a:ext cx="548640" cy="548640"/>
          </a:xfrm>
          <a:prstGeom prst="rect">
            <a:avLst/>
          </a:prstGeom>
        </p:spPr>
      </p:pic>
      <p:sp>
        <p:nvSpPr>
          <p:cNvPr id="8" name="Text 9"/>
          <p:cNvSpPr txBox="1"/>
          <p:nvPr/>
        </p:nvSpPr>
        <p:spPr>
          <a:xfrm>
            <a:off x="54864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9A3D"/>
                </a:solidFill>
              </a:rPr>
              <a:t>Make a folder</a:t>
            </a:r>
            <a:endParaRPr lang="en-US" sz="1900" dirty="0"/>
          </a:p>
        </p:txBody>
      </p:sp>
      <p:sp>
        <p:nvSpPr>
          <p:cNvPr id="9" name="Text 10"/>
          <p:cNvSpPr txBox="1"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and name it with your name and class</a:t>
            </a:r>
            <a:endParaRPr lang="en-US" sz="1400" dirty="0"/>
          </a:p>
        </p:txBody>
      </p:sp>
      <p:sp>
        <p:nvSpPr>
          <p:cNvPr id="10" name="Card 11"/>
          <p:cNvSpPr/>
          <p:nvPr/>
        </p:nvSpPr>
        <p:spPr>
          <a:xfrm>
            <a:off x="329184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651760" cy="82296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69080" y="1554480"/>
            <a:ext cx="1097280" cy="109728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pic>
        <p:nvPicPr>
          <p:cNvPr id="13" name="Icon 12" descr="FaFile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28800"/>
            <a:ext cx="548640" cy="548640"/>
          </a:xfrm>
          <a:prstGeom prst="rect">
            <a:avLst/>
          </a:prstGeom>
        </p:spPr>
      </p:pic>
      <p:sp>
        <p:nvSpPr>
          <p:cNvPr id="14" name="Text 13"/>
          <p:cNvSpPr txBox="1"/>
          <p:nvPr/>
        </p:nvSpPr>
        <p:spPr>
          <a:xfrm>
            <a:off x="338328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DA3E0"/>
                </a:solidFill>
              </a:rPr>
              <a:t>Make a Word document</a:t>
            </a:r>
            <a:endParaRPr lang="en-US" sz="1900" dirty="0"/>
          </a:p>
        </p:txBody>
      </p:sp>
      <p:sp>
        <p:nvSpPr>
          <p:cNvPr id="15" name="Text 14"/>
          <p:cNvSpPr txBox="1"/>
          <p:nvPr/>
        </p:nvSpPr>
        <p:spPr>
          <a:xfrm>
            <a:off x="34747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type a few sentences</a:t>
            </a:r>
            <a:endParaRPr lang="en-US" sz="1400" dirty="0"/>
          </a:p>
        </p:txBody>
      </p:sp>
      <p:sp>
        <p:nvSpPr>
          <p:cNvPr id="16" name="Card 15"/>
          <p:cNvSpPr/>
          <p:nvPr/>
        </p:nvSpPr>
        <p:spPr>
          <a:xfrm>
            <a:off x="612648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188720"/>
            <a:ext cx="2651760" cy="82296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03720" y="1554480"/>
            <a:ext cx="1097280" cy="10972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19" name="Icon 16" descr="FaS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28800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21792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B89A"/>
                </a:solidFill>
              </a:rPr>
              <a:t>Save it in your folder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so you can find it again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a folder?</a:t>
            </a:r>
            <a:endParaRPr lang="en-US" sz="2800" dirty="0"/>
          </a:p>
        </p:txBody>
      </p:sp>
      <p:sp>
        <p:nvSpPr>
          <p:cNvPr id="3" name="Accent 19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20"/>
          <p:cNvSpPr/>
          <p:nvPr/>
        </p:nvSpPr>
        <p:spPr>
          <a:xfrm>
            <a:off x="457200" y="118872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5" name="Icon 21" descr="FaFolder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45920"/>
            <a:ext cx="1280160" cy="1280160"/>
          </a:xfrm>
          <a:prstGeom prst="rect">
            <a:avLst/>
          </a:prstGeom>
        </p:spPr>
      </p:pic>
      <p:sp>
        <p:nvSpPr>
          <p:cNvPr id="6" name="Text 22"/>
          <p:cNvSpPr txBox="1"/>
          <p:nvPr/>
        </p:nvSpPr>
        <p:spPr>
          <a:xfrm>
            <a:off x="64008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250"/>
                </a:solidFill>
              </a:rPr>
              <a:t>A FOLDER</a:t>
            </a:r>
            <a:endParaRPr lang="en-US" sz="2600" dirty="0"/>
          </a:p>
        </p:txBody>
      </p:sp>
      <p:sp>
        <p:nvSpPr>
          <p:cNvPr id="7" name="Text 23"/>
          <p:cNvSpPr txBox="1"/>
          <p:nvPr/>
        </p:nvSpPr>
        <p:spPr>
          <a:xfrm>
            <a:off x="82296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685"/>
                </a:solidFill>
              </a:rPr>
              <a:t>is like a box that keeps your files together.</a:t>
            </a:r>
            <a:endParaRPr lang="en-US" sz="1600" dirty="0"/>
          </a:p>
        </p:txBody>
      </p:sp>
      <p:sp>
        <p:nvSpPr>
          <p:cNvPr id="8" name="Card 24"/>
          <p:cNvSpPr/>
          <p:nvPr/>
        </p:nvSpPr>
        <p:spPr>
          <a:xfrm>
            <a:off x="4663440" y="11887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Icon 25" descr="FaFile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1280160" cy="1280160"/>
          </a:xfrm>
          <a:prstGeom prst="rect">
            <a:avLst/>
          </a:prstGeom>
        </p:spPr>
      </p:pic>
      <p:sp>
        <p:nvSpPr>
          <p:cNvPr id="10" name="Text 26"/>
          <p:cNvSpPr txBox="1"/>
          <p:nvPr/>
        </p:nvSpPr>
        <p:spPr>
          <a:xfrm>
            <a:off x="4846320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250"/>
                </a:solidFill>
              </a:rPr>
              <a:t>A FILE</a:t>
            </a:r>
            <a:endParaRPr lang="en-US" sz="2600" dirty="0"/>
          </a:p>
        </p:txBody>
      </p:sp>
      <p:sp>
        <p:nvSpPr>
          <p:cNvPr id="11" name="Text 27"/>
          <p:cNvSpPr txBox="1"/>
          <p:nvPr/>
        </p:nvSpPr>
        <p:spPr>
          <a:xfrm>
            <a:off x="502920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685"/>
                </a:solidFill>
              </a:rPr>
              <a:t>is your work, such as a Word document.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Name your folder</a:t>
            </a:r>
            <a:endParaRPr lang="en-US" sz="2800" dirty="0"/>
          </a:p>
        </p:txBody>
      </p:sp>
      <p:sp>
        <p:nvSpPr>
          <p:cNvPr id="3" name="Accent 28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29"/>
          <p:cNvSpPr/>
          <p:nvPr/>
        </p:nvSpPr>
        <p:spPr>
          <a:xfrm>
            <a:off x="457200" y="1188720"/>
            <a:ext cx="8321040" cy="1188720"/>
          </a:xfrm>
          <a:prstGeom prst="roundRect">
            <a:avLst>
              <a:gd name="adj" fmla="val 9231"/>
            </a:avLst>
          </a:prstGeom>
          <a:solidFill>
            <a:srgbClr val="6C63FF"/>
          </a:solidFill>
          <a:ln/>
        </p:spPr>
      </p:sp>
      <p:sp>
        <p:nvSpPr>
          <p:cNvPr id="5" name="Text 30"/>
          <p:cNvSpPr txBox="1"/>
          <p:nvPr/>
        </p:nvSpPr>
        <p:spPr>
          <a:xfrm>
            <a:off x="457200" y="118872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23F"/>
                </a:solidFill>
              </a:rPr>
              <a:t>Your name  +  your class</a:t>
            </a:r>
            <a:endParaRPr lang="en-US" sz="1400" dirty="0"/>
          </a:p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Sara Year 3</a:t>
            </a:r>
            <a:endParaRPr lang="en-US" sz="1400" dirty="0"/>
          </a:p>
        </p:txBody>
      </p:sp>
      <p:sp>
        <p:nvSpPr>
          <p:cNvPr id="6" name="Card 31"/>
          <p:cNvSpPr/>
          <p:nvPr/>
        </p:nvSpPr>
        <p:spPr>
          <a:xfrm>
            <a:off x="457200" y="26060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834640"/>
            <a:ext cx="640080" cy="6400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8" name="Icon 32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990088"/>
            <a:ext cx="329184" cy="329184"/>
          </a:xfrm>
          <a:prstGeom prst="rect">
            <a:avLst/>
          </a:prstGeom>
        </p:spPr>
      </p:pic>
      <p:sp>
        <p:nvSpPr>
          <p:cNvPr id="9" name="Text 33"/>
          <p:cNvSpPr txBox="1"/>
          <p:nvPr/>
        </p:nvSpPr>
        <p:spPr>
          <a:xfrm>
            <a:off x="1417320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letters and numbers</a:t>
            </a:r>
            <a:endParaRPr lang="en-US" sz="1500" dirty="0"/>
          </a:p>
        </p:txBody>
      </p:sp>
      <p:sp>
        <p:nvSpPr>
          <p:cNvPr id="10" name="Text 34"/>
          <p:cNvSpPr txBox="1"/>
          <p:nvPr/>
        </p:nvSpPr>
        <p:spPr>
          <a:xfrm>
            <a:off x="64008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Ahmed Year 3A</a:t>
            </a:r>
            <a:endParaRPr lang="en-US" sz="1400" dirty="0"/>
          </a:p>
        </p:txBody>
      </p:sp>
      <p:sp>
        <p:nvSpPr>
          <p:cNvPr id="11" name="Card 35"/>
          <p:cNvSpPr/>
          <p:nvPr/>
        </p:nvSpPr>
        <p:spPr>
          <a:xfrm>
            <a:off x="3291840" y="26060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2834640"/>
            <a:ext cx="640080" cy="64008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13" name="Icon 36" descr="FaTimes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990088"/>
            <a:ext cx="329184" cy="329184"/>
          </a:xfrm>
          <a:prstGeom prst="rect">
            <a:avLst/>
          </a:prstGeom>
        </p:spPr>
      </p:pic>
      <p:sp>
        <p:nvSpPr>
          <p:cNvPr id="14" name="Text 37"/>
          <p:cNvSpPr txBox="1"/>
          <p:nvPr/>
        </p:nvSpPr>
        <p:spPr>
          <a:xfrm>
            <a:off x="4251960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symbols</a:t>
            </a:r>
            <a:endParaRPr lang="en-US" sz="1500" dirty="0"/>
          </a:p>
        </p:txBody>
      </p:sp>
      <p:sp>
        <p:nvSpPr>
          <p:cNvPr id="15" name="Text 38"/>
          <p:cNvSpPr txBox="1"/>
          <p:nvPr/>
        </p:nvSpPr>
        <p:spPr>
          <a:xfrm>
            <a:off x="347472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/ \ : * ? " &lt; &gt; |</a:t>
            </a:r>
            <a:endParaRPr lang="en-US" sz="1400" dirty="0"/>
          </a:p>
        </p:txBody>
      </p:sp>
      <p:sp>
        <p:nvSpPr>
          <p:cNvPr id="16" name="Card 39"/>
          <p:cNvSpPr/>
          <p:nvPr/>
        </p:nvSpPr>
        <p:spPr>
          <a:xfrm>
            <a:off x="6126480" y="26060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2834640"/>
            <a:ext cx="640080" cy="6400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8" name="Icon 40" descr="FaSpell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990088"/>
            <a:ext cx="329184" cy="329184"/>
          </a:xfrm>
          <a:prstGeom prst="rect">
            <a:avLst/>
          </a:prstGeom>
        </p:spPr>
      </p:pic>
      <p:sp>
        <p:nvSpPr>
          <p:cNvPr id="19" name="Text 41"/>
          <p:cNvSpPr txBox="1"/>
          <p:nvPr/>
        </p:nvSpPr>
        <p:spPr>
          <a:xfrm>
            <a:off x="7086600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your spelling</a:t>
            </a:r>
            <a:endParaRPr lang="en-US" sz="1500" dirty="0"/>
          </a:p>
        </p:txBody>
      </p:sp>
      <p:sp>
        <p:nvSpPr>
          <p:cNvPr id="20" name="Text 42"/>
          <p:cNvSpPr txBox="1"/>
          <p:nvPr/>
        </p:nvSpPr>
        <p:spPr>
          <a:xfrm>
            <a:off x="630936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Ask a partner to check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1: Open File Explorer</a:t>
            </a:r>
            <a:endParaRPr lang="en-US" sz="2800" dirty="0"/>
          </a:p>
        </p:txBody>
      </p:sp>
      <p:sp>
        <p:nvSpPr>
          <p:cNvPr id="3" name="Accent 4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5" name="Text 44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Card 45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46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Click the yellow folder icon on the taskbar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It is at the bottom of the screen.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Shortcut: hold the Windows key and press E.</a:t>
            </a:r>
            <a:endParaRPr lang="en-US" sz="1400" dirty="0"/>
          </a:p>
        </p:txBody>
      </p:sp>
      <p:pic>
        <p:nvPicPr>
          <p:cNvPr id="8" name="Picture 47" descr="The taskbar with the File Explorer fold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2: Go to Documents</a:t>
            </a:r>
            <a:endParaRPr lang="en-US" sz="2800" dirty="0"/>
          </a:p>
        </p:txBody>
      </p:sp>
      <p:sp>
        <p:nvSpPr>
          <p:cNvPr id="3" name="Accent 48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5" name="Text 49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Card 50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51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Click Documents on the left side.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This is where we will make your folder.</a:t>
            </a:r>
            <a:endParaRPr lang="en-US" sz="1400" dirty="0"/>
          </a:p>
        </p:txBody>
      </p:sp>
      <p:pic>
        <p:nvPicPr>
          <p:cNvPr id="8" name="Picture 52" descr="Documents highlighted in the left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3: Right-click a space</a:t>
            </a:r>
            <a:endParaRPr lang="en-US" sz="2800" dirty="0"/>
          </a:p>
        </p:txBody>
      </p:sp>
      <p:sp>
        <p:nvSpPr>
          <p:cNvPr id="3" name="Accent 5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5" name="Text 54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6" name="Card 55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56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Right-click an empty space in the window.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Point to New.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Click Folder.</a:t>
            </a:r>
            <a:endParaRPr lang="en-US" sz="1400" dirty="0"/>
          </a:p>
        </p:txBody>
      </p:sp>
      <p:pic>
        <p:nvPicPr>
          <p:cNvPr id="8" name="Picture 57" descr="Right-click menu with New and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4: Type the name</a:t>
            </a:r>
            <a:endParaRPr lang="en-US" sz="2800" dirty="0"/>
          </a:p>
        </p:txBody>
      </p:sp>
      <p:sp>
        <p:nvSpPr>
          <p:cNvPr id="3" name="Accent 58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5" name="Text 59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6" name="Card 60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61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The folder name is blue and ready.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Type your name and class, for example Sara Year 3.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Press Enter.</a:t>
            </a:r>
            <a:endParaRPr lang="en-US" sz="1400" dirty="0"/>
          </a:p>
        </p:txBody>
      </p:sp>
      <p:pic>
        <p:nvPicPr>
          <p:cNvPr id="8" name="Picture 62" descr="A new folder with its name being ty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5: Check your folder</a:t>
            </a:r>
            <a:endParaRPr lang="en-US" sz="2800" dirty="0"/>
          </a:p>
        </p:txBody>
      </p:sp>
      <p:sp>
        <p:nvSpPr>
          <p:cNvPr id="3" name="Accent 6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" name="Text 64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6" name="Card 65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66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Can you see your folder?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Is the name right?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Put your thumb up when you are ready.</a:t>
            </a:r>
            <a:endParaRPr lang="en-US" sz="1400" dirty="0"/>
          </a:p>
        </p:txBody>
      </p:sp>
      <p:pic>
        <p:nvPicPr>
          <p:cNvPr id="8" name="Picture 67" descr="Documents with the new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6: Open Microsoft Word</a:t>
            </a:r>
            <a:endParaRPr lang="en-US" sz="2800" dirty="0"/>
          </a:p>
        </p:txBody>
      </p:sp>
      <p:sp>
        <p:nvSpPr>
          <p:cNvPr id="3" name="Accent 68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5" name="Text 69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6" name="Card 70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71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Click the Start button, type Word and open Microsoft Word.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Choose Blank document.</a:t>
            </a:r>
            <a:endParaRPr lang="en-US" sz="1400" dirty="0"/>
          </a:p>
        </p:txBody>
      </p:sp>
      <p:pic>
        <p:nvPicPr>
          <p:cNvPr id="8" name="Picture 72" descr="A blank Word docu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7: Type about you</a:t>
            </a:r>
            <a:endParaRPr lang="en-US" sz="2800" dirty="0"/>
          </a:p>
        </p:txBody>
      </p:sp>
      <p:sp>
        <p:nvSpPr>
          <p:cNvPr id="3" name="Accent 7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5" name="Text 74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7</a:t>
            </a:r>
            <a:endParaRPr lang="en-US" sz="2400" dirty="0"/>
          </a:p>
        </p:txBody>
      </p:sp>
      <p:sp>
        <p:nvSpPr>
          <p:cNvPr id="6" name="Card 75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76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Type two sentences.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My name is …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I am in Year 3.</a:t>
            </a:r>
            <a:endParaRPr lang="en-US" sz="1400" dirty="0"/>
          </a:p>
        </p:txBody>
      </p:sp>
      <p:pic>
        <p:nvPicPr>
          <p:cNvPr id="8" name="Picture 77" descr="A Word document with two sentences ty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8: File, then Save As</a:t>
            </a:r>
            <a:endParaRPr lang="en-US" sz="2800" dirty="0"/>
          </a:p>
        </p:txBody>
      </p:sp>
      <p:sp>
        <p:nvSpPr>
          <p:cNvPr id="3" name="Accent 78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5" name="Text 79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8</a:t>
            </a:r>
            <a:endParaRPr lang="en-US" sz="2400" dirty="0"/>
          </a:p>
        </p:txBody>
      </p:sp>
      <p:sp>
        <p:nvSpPr>
          <p:cNvPr id="6" name="Card 80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81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Click File (top left).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Click Save As.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Click Browse.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Shortcut: Ctrl + S.</a:t>
            </a:r>
            <a:endParaRPr lang="en-US" sz="1400" dirty="0"/>
          </a:p>
        </p:txBody>
      </p:sp>
      <p:pic>
        <p:nvPicPr>
          <p:cNvPr id="8" name="Picture 82" descr="File menu with Save 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9: Choose your folder</a:t>
            </a:r>
            <a:endParaRPr lang="en-US" sz="2800" dirty="0"/>
          </a:p>
        </p:txBody>
      </p:sp>
      <p:sp>
        <p:nvSpPr>
          <p:cNvPr id="3" name="Accent 8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5" name="Text 84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9</a:t>
            </a:r>
            <a:endParaRPr lang="en-US" sz="2400" dirty="0"/>
          </a:p>
        </p:txBody>
      </p:sp>
      <p:sp>
        <p:nvSpPr>
          <p:cNvPr id="6" name="Card 85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86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Click Documents on the left.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Double-click YOUR folder.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Type a file name, such as My first document.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Click Save.</a:t>
            </a:r>
            <a:endParaRPr lang="en-US" sz="1400" dirty="0"/>
          </a:p>
        </p:txBody>
      </p:sp>
      <p:pic>
        <p:nvPicPr>
          <p:cNvPr id="8" name="Picture 87" descr="Save As window with the folder and file n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10: Check it is saved</a:t>
            </a:r>
            <a:endParaRPr lang="en-US" sz="2800" dirty="0"/>
          </a:p>
        </p:txBody>
      </p:sp>
      <p:sp>
        <p:nvSpPr>
          <p:cNvPr id="3" name="Accent 88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" name="Text 89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</a:t>
            </a:r>
            <a:endParaRPr lang="en-US" sz="2400" dirty="0"/>
          </a:p>
        </p:txBody>
      </p:sp>
      <p:sp>
        <p:nvSpPr>
          <p:cNvPr id="6" name="Card 90"/>
          <p:cNvSpPr/>
          <p:nvPr/>
        </p:nvSpPr>
        <p:spPr>
          <a:xfrm>
            <a:off x="457200" y="1965960"/>
            <a:ext cx="29260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Text 91"/>
          <p:cNvSpPr txBox="1"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B2250"/>
                </a:solidFill>
              </a:rPr>
              <a:t>Open File Explorer.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Open your folder.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685"/>
                </a:solidFill>
              </a:rPr>
              <a:t>Is your Word document inside?</a:t>
            </a:r>
            <a:endParaRPr lang="en-US" sz="1400" dirty="0"/>
          </a:p>
        </p:txBody>
      </p:sp>
      <p:pic>
        <p:nvPicPr>
          <p:cNvPr id="8" name="Picture 92" descr="Folder containing a Word docu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8872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Oops! What if…</a:t>
            </a:r>
            <a:endParaRPr lang="en-US" sz="2800" dirty="0"/>
          </a:p>
        </p:txBody>
      </p:sp>
      <p:sp>
        <p:nvSpPr>
          <p:cNvPr id="3" name="Accent 9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4" name="Card 94"/>
          <p:cNvSpPr/>
          <p:nvPr/>
        </p:nvSpPr>
        <p:spPr>
          <a:xfrm>
            <a:off x="45720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6" name="Icon 95" descr="FaQuestion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860804"/>
            <a:ext cx="347472" cy="347472"/>
          </a:xfrm>
          <a:prstGeom prst="rect">
            <a:avLst/>
          </a:prstGeom>
        </p:spPr>
      </p:pic>
      <p:sp>
        <p:nvSpPr>
          <p:cNvPr id="7" name="Text 96"/>
          <p:cNvSpPr txBox="1"/>
          <p:nvPr/>
        </p:nvSpPr>
        <p:spPr>
          <a:xfrm>
            <a:off x="150876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A3D"/>
                </a:solidFill>
              </a:rPr>
              <a:t>I cannot find my file</a:t>
            </a:r>
            <a:endParaRPr lang="en-US" sz="1600" dirty="0"/>
          </a:p>
        </p:txBody>
      </p:sp>
      <p:sp>
        <p:nvSpPr>
          <p:cNvPr id="8" name="Text 97"/>
          <p:cNvSpPr txBox="1"/>
          <p:nvPr/>
        </p:nvSpPr>
        <p:spPr>
          <a:xfrm>
            <a:off x="150876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File Explorer and look in your folder. Ask for help!</a:t>
            </a:r>
            <a:endParaRPr lang="en-US" sz="1300" dirty="0"/>
          </a:p>
        </p:txBody>
      </p:sp>
      <p:sp>
        <p:nvSpPr>
          <p:cNvPr id="9" name="Card 98"/>
          <p:cNvSpPr/>
          <p:nvPr/>
        </p:nvSpPr>
        <p:spPr>
          <a:xfrm>
            <a:off x="466344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691640"/>
            <a:ext cx="685800" cy="68580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11" name="Icon 99" descr="FaFolderMin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860804"/>
            <a:ext cx="347472" cy="347472"/>
          </a:xfrm>
          <a:prstGeom prst="rect">
            <a:avLst/>
          </a:prstGeom>
        </p:spPr>
      </p:pic>
      <p:sp>
        <p:nvSpPr>
          <p:cNvPr id="12" name="Text 100"/>
          <p:cNvSpPr txBox="1"/>
          <p:nvPr/>
        </p:nvSpPr>
        <p:spPr>
          <a:xfrm>
            <a:off x="571500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5C8A"/>
                </a:solidFill>
              </a:rPr>
              <a:t>I saved in the wrong place</a:t>
            </a:r>
            <a:endParaRPr lang="en-US" sz="1600" dirty="0"/>
          </a:p>
        </p:txBody>
      </p:sp>
      <p:sp>
        <p:nvSpPr>
          <p:cNvPr id="13" name="Text 101"/>
          <p:cNvSpPr txBox="1"/>
          <p:nvPr/>
        </p:nvSpPr>
        <p:spPr>
          <a:xfrm>
            <a:off x="571500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Save As again and choose your folder this time.</a:t>
            </a:r>
            <a:endParaRPr lang="en-US" sz="1300" dirty="0"/>
          </a:p>
        </p:txBody>
      </p:sp>
      <p:sp>
        <p:nvSpPr>
          <p:cNvPr id="14" name="Card 102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520440"/>
            <a:ext cx="685800" cy="6858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6" name="Icon 103" descr="Fa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689604"/>
            <a:ext cx="347472" cy="347472"/>
          </a:xfrm>
          <a:prstGeom prst="rect">
            <a:avLst/>
          </a:prstGeom>
        </p:spPr>
      </p:pic>
      <p:sp>
        <p:nvSpPr>
          <p:cNvPr id="17" name="Text 104"/>
          <p:cNvSpPr txBox="1"/>
          <p:nvPr/>
        </p:nvSpPr>
        <p:spPr>
          <a:xfrm>
            <a:off x="150876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</a:rPr>
              <a:t>I spelled my folder wrong</a:t>
            </a:r>
            <a:endParaRPr lang="en-US" sz="1600" dirty="0"/>
          </a:p>
        </p:txBody>
      </p:sp>
      <p:sp>
        <p:nvSpPr>
          <p:cNvPr id="18" name="Text 105"/>
          <p:cNvSpPr txBox="1"/>
          <p:nvPr/>
        </p:nvSpPr>
        <p:spPr>
          <a:xfrm>
            <a:off x="1508760" y="3794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Right-click it, choose Rename, type it again.</a:t>
            </a:r>
            <a:endParaRPr lang="en-US" sz="1300" dirty="0"/>
          </a:p>
        </p:txBody>
      </p:sp>
      <p:sp>
        <p:nvSpPr>
          <p:cNvPr id="19" name="Card 106"/>
          <p:cNvSpPr/>
          <p:nvPr/>
        </p:nvSpPr>
        <p:spPr>
          <a:xfrm>
            <a:off x="4663440" y="30175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520440"/>
            <a:ext cx="685800" cy="68580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21" name="Icon 107" descr="FaF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689604"/>
            <a:ext cx="347472" cy="347472"/>
          </a:xfrm>
          <a:prstGeom prst="rect">
            <a:avLst/>
          </a:prstGeom>
        </p:spPr>
      </p:pic>
      <p:sp>
        <p:nvSpPr>
          <p:cNvPr id="22" name="Text 108"/>
          <p:cNvSpPr txBox="1"/>
          <p:nvPr/>
        </p:nvSpPr>
        <p:spPr>
          <a:xfrm>
            <a:off x="571500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B89A"/>
                </a:solidFill>
              </a:rPr>
              <a:t>My folder is called "New folder"</a:t>
            </a:r>
            <a:endParaRPr lang="en-US" sz="1600" dirty="0"/>
          </a:p>
        </p:txBody>
      </p:sp>
      <p:sp>
        <p:nvSpPr>
          <p:cNvPr id="23" name="Text 109"/>
          <p:cNvSpPr txBox="1"/>
          <p:nvPr/>
        </p:nvSpPr>
        <p:spPr>
          <a:xfrm>
            <a:off x="5715000" y="3794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Right-click it, choose Rename, then type your name and class.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 can…</a:t>
            </a:r>
            <a:endParaRPr lang="en-US" sz="2800" dirty="0"/>
          </a:p>
        </p:txBody>
      </p:sp>
      <p:sp>
        <p:nvSpPr>
          <p:cNvPr id="3" name="Accent 110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111"/>
          <p:cNvSpPr/>
          <p:nvPr/>
        </p:nvSpPr>
        <p:spPr>
          <a:xfrm>
            <a:off x="457200" y="1188720"/>
            <a:ext cx="83210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 112" descr="FaFolder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89888"/>
            <a:ext cx="237744" cy="237744"/>
          </a:xfrm>
          <a:prstGeom prst="rect">
            <a:avLst/>
          </a:prstGeom>
        </p:spPr>
      </p:pic>
      <p:sp>
        <p:nvSpPr>
          <p:cNvPr id="7" name="Text 113"/>
          <p:cNvSpPr txBox="1"/>
          <p:nvPr/>
        </p:nvSpPr>
        <p:spPr>
          <a:xfrm>
            <a:off x="12801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 can make a new folder</a:t>
            </a:r>
            <a:endParaRPr lang="en-US" sz="1700" dirty="0"/>
          </a:p>
        </p:txBody>
      </p:sp>
      <p:sp>
        <p:nvSpPr>
          <p:cNvPr id="8" name="Card 114"/>
          <p:cNvSpPr/>
          <p:nvPr/>
        </p:nvSpPr>
        <p:spPr>
          <a:xfrm>
            <a:off x="457200" y="1938528"/>
            <a:ext cx="83210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2029968"/>
            <a:ext cx="457200" cy="45720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con 115" descr="FaF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139696"/>
            <a:ext cx="237744" cy="237744"/>
          </a:xfrm>
          <a:prstGeom prst="rect">
            <a:avLst/>
          </a:prstGeom>
        </p:spPr>
      </p:pic>
      <p:sp>
        <p:nvSpPr>
          <p:cNvPr id="11" name="Text 116"/>
          <p:cNvSpPr txBox="1"/>
          <p:nvPr/>
        </p:nvSpPr>
        <p:spPr>
          <a:xfrm>
            <a:off x="1280160" y="19385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 can name my folder with my name and class</a:t>
            </a:r>
            <a:endParaRPr lang="en-US" sz="1700" dirty="0"/>
          </a:p>
        </p:txBody>
      </p:sp>
      <p:sp>
        <p:nvSpPr>
          <p:cNvPr id="12" name="Card 117"/>
          <p:cNvSpPr/>
          <p:nvPr/>
        </p:nvSpPr>
        <p:spPr>
          <a:xfrm>
            <a:off x="457200" y="2688336"/>
            <a:ext cx="83210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94360" y="277977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con 118" descr="FaFileWo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889504"/>
            <a:ext cx="237744" cy="237744"/>
          </a:xfrm>
          <a:prstGeom prst="rect">
            <a:avLst/>
          </a:prstGeom>
        </p:spPr>
      </p:pic>
      <p:sp>
        <p:nvSpPr>
          <p:cNvPr id="15" name="Text 119"/>
          <p:cNvSpPr txBox="1"/>
          <p:nvPr/>
        </p:nvSpPr>
        <p:spPr>
          <a:xfrm>
            <a:off x="1280160" y="26883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 can create a Word document</a:t>
            </a:r>
            <a:endParaRPr lang="en-US" sz="1700" dirty="0"/>
          </a:p>
        </p:txBody>
      </p:sp>
      <p:sp>
        <p:nvSpPr>
          <p:cNvPr id="16" name="Card 120"/>
          <p:cNvSpPr/>
          <p:nvPr/>
        </p:nvSpPr>
        <p:spPr>
          <a:xfrm>
            <a:off x="457200" y="3438144"/>
            <a:ext cx="83210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94360" y="3529584"/>
            <a:ext cx="457200" cy="45720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con 121" descr="FaSa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639312"/>
            <a:ext cx="237744" cy="237744"/>
          </a:xfrm>
          <a:prstGeom prst="rect">
            <a:avLst/>
          </a:prstGeom>
        </p:spPr>
      </p:pic>
      <p:sp>
        <p:nvSpPr>
          <p:cNvPr id="19" name="Text 122"/>
          <p:cNvSpPr txBox="1"/>
          <p:nvPr/>
        </p:nvSpPr>
        <p:spPr>
          <a:xfrm>
            <a:off x="1280160" y="34381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 can save my file inside my folder</a:t>
            </a:r>
            <a:endParaRPr lang="en-US" sz="1700" dirty="0"/>
          </a:p>
        </p:txBody>
      </p:sp>
      <p:sp>
        <p:nvSpPr>
          <p:cNvPr id="20" name="Card 123"/>
          <p:cNvSpPr/>
          <p:nvPr/>
        </p:nvSpPr>
        <p:spPr>
          <a:xfrm>
            <a:off x="457200" y="4187952"/>
            <a:ext cx="83210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4279392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con 124" descr="Fa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389120"/>
            <a:ext cx="237744" cy="237744"/>
          </a:xfrm>
          <a:prstGeom prst="rect">
            <a:avLst/>
          </a:prstGeom>
        </p:spPr>
      </p:pic>
      <p:sp>
        <p:nvSpPr>
          <p:cNvPr id="23" name="Text 125"/>
          <p:cNvSpPr txBox="1"/>
          <p:nvPr/>
        </p:nvSpPr>
        <p:spPr>
          <a:xfrm>
            <a:off x="1280160" y="41879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 can find my file again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3 Folders">
  <a:themeElements>
    <a:clrScheme name="Y3 Folders">
      <a:dk1>
        <a:srgbClr val="2B2250"/>
      </a:dk1>
      <a:lt1>
        <a:srgbClr val="FFFFFF"/>
      </a:lt1>
      <a:dk2>
        <a:srgbClr val="3D3470"/>
      </a:dk2>
      <a:lt2>
        <a:srgbClr val="FFF8FB"/>
      </a:lt2>
      <a:accent1>
        <a:srgbClr val="1FB89A"/>
      </a:accent1>
      <a:accent2>
        <a:srgbClr val="FF9A3D"/>
      </a:accent2>
      <a:accent3>
        <a:srgbClr val="FF5C8A"/>
      </a:accent3>
      <a:accent4>
        <a:srgbClr val="4DA3E0"/>
      </a:accent4>
      <a:accent5>
        <a:srgbClr val="FFD23F"/>
      </a:accent5>
      <a:accent6>
        <a:srgbClr val="6B6685"/>
      </a:accent6>
      <a:hlink>
        <a:srgbClr val="4DA3E0"/>
      </a:hlink>
      <a:folHlink>
        <a:srgbClr val="6B6685"/>
      </a:folHlink>
    </a:clrScheme>
    <a:fontScheme name="Y3 Folder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3 Folders and Saving Files</dc:title>
  <dc:subject>PptxGenJS Presentation</dc:subject>
  <dc:creator>ICT</dc:creator>
  <cp:lastModifiedBy>ICT</cp:lastModifiedBy>
  <cp:revision>1</cp:revision>
  <dcterms:created xsi:type="dcterms:W3CDTF">2026-10-12T06:24:15Z</dcterms:created>
  <dcterms:modified xsi:type="dcterms:W3CDTF">2026-10-12T06:24:15Z</dcterms:modified>
</cp:coreProperties>
</file>