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and 2 title slide. Welcome the pupils to the film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Before the lesson, take 8 photos of a pencil sliding across a desk a little each time (or a drawing growing on a whiteboard). Play them quickly on the tablet. Ask: How did the pencil move by itself? Take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 with next slide. Every film you have ever watched is made from lots of pictures shown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frame, stop motion, director. Year 2 also: storyboard, animate. Say each word and have pupils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2–3. With 2 children, the Director also does Camera. Practise the chant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to Using IT safely. Tablets stay flat on the table or on a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chant with actions. Quick check: What does the Mover do right before the click? (Takes their hands away.)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Y1: talk through start, middle, end (e.g. a pencil slides across the desk and meets a rubber, or a drawing grows: seed, stem, flower) and draw 3 boxes. Y2: plan a story with a problem and a solution in 6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pick a story idea or make up their own. Everything comes from the classroom: small whiteboard and marker, pencil case items, paper cut-outs.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Timer on screen; swap roles every 5 frames. Circulate with the three questions. Most common problem: moves that are too big, so remind pupils: smaller than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min. Pupils watch each other’s first playback. Save projects and tidy props. Check tablets are on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Replay a project from last lesson. Ask what the three jobs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Demonstrate each fix on the tablet. In the Stop Motion Studio app, tap a frame to delete it; use the speed setting for playback. Check the exact buttons on your own tablet before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improve their films: delete bad frames, add more frames where it jumps, add a title, choose a speed. Y2 can also check the film against their storyboard.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 including feedback. Each group shows their film to the class (or tours the tablets). Rotate or project to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give two stars (things they liked) and one wish (a kind idea) to another group. Y1 can use faces/stars on the pupil sheet; Y2 writes a short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Pupils show thumbs up, sideways or down for each statement. Year 2 can add: I can plan with a storyboard.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Stop-Motion Movie Studio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D23F"/>
                </a:solidFill>
              </a:rPr>
              <a:t>Year 1 and Year 2 · Lights, Camera, Move!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77840" y="109728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9A3D"/>
            </a:solidFill>
            <a:prstDash val="solid"/>
          </a:ln>
        </p:spPr>
      </p:sp>
      <p:pic>
        <p:nvPicPr>
          <p:cNvPr id="5" name="Icon 2" descr="FaFil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4173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09728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5C8A"/>
            </a:solidFill>
            <a:prstDash val="solid"/>
          </a:ln>
        </p:spPr>
      </p:sp>
      <p:pic>
        <p:nvPicPr>
          <p:cNvPr id="7" name="Icon 3" descr="Fa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64008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265176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4DA3E0"/>
            </a:solidFill>
            <a:prstDash val="solid"/>
          </a:ln>
        </p:spPr>
      </p:sp>
      <p:pic>
        <p:nvPicPr>
          <p:cNvPr id="9" name="Icon 4" descr="FaTable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971800"/>
            <a:ext cx="640080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132320" y="2651760"/>
            <a:ext cx="1280160" cy="1280160"/>
          </a:xfrm>
          <a:prstGeom prst="ellipse">
            <a:avLst/>
          </a:prstGeom>
          <a:solidFill>
            <a:srgbClr val="3D3470"/>
          </a:solidFill>
          <a:ln w="38100">
            <a:solidFill>
              <a:srgbClr val="FFD23F"/>
            </a:solidFill>
            <a:prstDash val="solid"/>
          </a:ln>
        </p:spPr>
      </p:sp>
      <p:pic>
        <p:nvPicPr>
          <p:cNvPr id="11" name="Icon 5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9718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Can a pencil move by itself?</a:t>
            </a:r>
            <a:endParaRPr lang="en-US" sz="2800" dirty="0"/>
          </a:p>
        </p:txBody>
      </p:sp>
      <p:sp>
        <p:nvSpPr>
          <p:cNvPr id="3" name="Accent 6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4" name="Picture 7" descr="Five photos of a pencil in slightly different pl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834640"/>
          </a:xfrm>
          <a:prstGeom prst="rect">
            <a:avLst/>
          </a:prstGeom>
        </p:spPr>
      </p:pic>
      <p:sp>
        <p:nvSpPr>
          <p:cNvPr id="5" name="Card 8"/>
          <p:cNvSpPr/>
          <p:nvPr/>
        </p:nvSpPr>
        <p:spPr>
          <a:xfrm>
            <a:off x="457200" y="4023360"/>
            <a:ext cx="8321040" cy="868680"/>
          </a:xfrm>
          <a:prstGeom prst="roundRect">
            <a:avLst>
              <a:gd name="adj" fmla="val 12632"/>
            </a:avLst>
          </a:prstGeom>
          <a:solidFill>
            <a:srgbClr val="6C63FF"/>
          </a:solidFill>
          <a:ln/>
        </p:spPr>
      </p:sp>
      <p:sp>
        <p:nvSpPr>
          <p:cNvPr id="6" name="Text 9"/>
          <p:cNvSpPr txBox="1"/>
          <p:nvPr/>
        </p:nvSpPr>
        <p:spPr>
          <a:xfrm>
            <a:off x="640080" y="40233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Watch the tablet very carefully…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secret is…</a:t>
            </a:r>
            <a:endParaRPr lang="en-US" sz="2800" dirty="0"/>
          </a:p>
        </p:txBody>
      </p:sp>
      <p:sp>
        <p:nvSpPr>
          <p:cNvPr id="3" name="Accent 10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11"/>
          <p:cNvSpPr/>
          <p:nvPr/>
        </p:nvSpPr>
        <p:spPr>
          <a:xfrm>
            <a:off x="457200" y="1188720"/>
            <a:ext cx="8321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Text 12"/>
          <p:cNvSpPr txBox="1"/>
          <p:nvPr/>
        </p:nvSpPr>
        <p:spPr>
          <a:xfrm>
            <a:off x="457200" y="13258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C63FF"/>
                </a:solidFill>
              </a:rPr>
              <a:t>STOP MOTION</a:t>
            </a:r>
            <a:endParaRPr lang="en-US" sz="5400" dirty="0"/>
          </a:p>
        </p:txBody>
      </p:sp>
      <p:sp>
        <p:nvSpPr>
          <p:cNvPr id="6" name="Text 13"/>
          <p:cNvSpPr txBox="1"/>
          <p:nvPr/>
        </p:nvSpPr>
        <p:spPr>
          <a:xfrm>
            <a:off x="457200" y="23317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50"/>
                </a:solidFill>
              </a:rPr>
              <a:t>Lots of photos, played one after another.</a:t>
            </a:r>
            <a:endParaRPr lang="en-US" sz="2400" dirty="0"/>
          </a:p>
        </p:txBody>
      </p:sp>
      <p:sp>
        <p:nvSpPr>
          <p:cNvPr id="7" name="Card 14"/>
          <p:cNvSpPr/>
          <p:nvPr/>
        </p:nvSpPr>
        <p:spPr>
          <a:xfrm>
            <a:off x="457200" y="3429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9" name="Icon 15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950208"/>
            <a:ext cx="329184" cy="329184"/>
          </a:xfrm>
          <a:prstGeom prst="rect">
            <a:avLst/>
          </a:prstGeom>
        </p:spPr>
      </p:pic>
      <p:sp>
        <p:nvSpPr>
          <p:cNvPr id="10" name="Text 16"/>
          <p:cNvSpPr txBox="1"/>
          <p:nvPr/>
        </p:nvSpPr>
        <p:spPr>
          <a:xfrm>
            <a:off x="1371600" y="3429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Take a photo</a:t>
            </a:r>
            <a:endParaRPr lang="en-US" sz="1700" dirty="0"/>
          </a:p>
        </p:txBody>
      </p:sp>
      <p:sp>
        <p:nvSpPr>
          <p:cNvPr id="11" name="Card 17"/>
          <p:cNvSpPr/>
          <p:nvPr/>
        </p:nvSpPr>
        <p:spPr>
          <a:xfrm>
            <a:off x="3291840" y="3429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3794760"/>
            <a:ext cx="640080" cy="6400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3" name="Icon 18" descr="FaArrows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950208"/>
            <a:ext cx="329184" cy="329184"/>
          </a:xfrm>
          <a:prstGeom prst="rect">
            <a:avLst/>
          </a:prstGeom>
        </p:spPr>
      </p:pic>
      <p:sp>
        <p:nvSpPr>
          <p:cNvPr id="14" name="Text 19"/>
          <p:cNvSpPr txBox="1"/>
          <p:nvPr/>
        </p:nvSpPr>
        <p:spPr>
          <a:xfrm>
            <a:off x="4206240" y="3429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Move a tiny bit</a:t>
            </a:r>
            <a:endParaRPr lang="en-US" sz="1700" dirty="0"/>
          </a:p>
        </p:txBody>
      </p:sp>
      <p:sp>
        <p:nvSpPr>
          <p:cNvPr id="15" name="Card 20"/>
          <p:cNvSpPr/>
          <p:nvPr/>
        </p:nvSpPr>
        <p:spPr>
          <a:xfrm>
            <a:off x="6126480" y="34290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379476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17" name="Icon 21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950208"/>
            <a:ext cx="329184" cy="329184"/>
          </a:xfrm>
          <a:prstGeom prst="rect">
            <a:avLst/>
          </a:prstGeom>
        </p:spPr>
      </p:pic>
      <p:sp>
        <p:nvSpPr>
          <p:cNvPr id="18" name="Text 22"/>
          <p:cNvSpPr txBox="1"/>
          <p:nvPr/>
        </p:nvSpPr>
        <p:spPr>
          <a:xfrm>
            <a:off x="7040880" y="3429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Play them fast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Words to know</a:t>
            </a:r>
            <a:endParaRPr lang="en-US" sz="2800" dirty="0"/>
          </a:p>
        </p:txBody>
      </p:sp>
      <p:sp>
        <p:nvSpPr>
          <p:cNvPr id="3" name="Accent 2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24"/>
          <p:cNvSpPr/>
          <p:nvPr/>
        </p:nvSpPr>
        <p:spPr>
          <a:xfrm>
            <a:off x="45720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777240" cy="77724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6" name="Icon 25" descr="Fa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42516"/>
            <a:ext cx="384048" cy="384048"/>
          </a:xfrm>
          <a:prstGeom prst="rect">
            <a:avLst/>
          </a:prstGeom>
        </p:spPr>
      </p:pic>
      <p:sp>
        <p:nvSpPr>
          <p:cNvPr id="7" name="Text 26"/>
          <p:cNvSpPr txBox="1"/>
          <p:nvPr/>
        </p:nvSpPr>
        <p:spPr>
          <a:xfrm>
            <a:off x="16916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5C8A"/>
                </a:solidFill>
              </a:rPr>
              <a:t>frame</a:t>
            </a:r>
            <a:endParaRPr lang="en-US" sz="2200" dirty="0"/>
          </a:p>
        </p:txBody>
      </p:sp>
      <p:sp>
        <p:nvSpPr>
          <p:cNvPr id="8" name="Text 27"/>
          <p:cNvSpPr txBox="1"/>
          <p:nvPr/>
        </p:nvSpPr>
        <p:spPr>
          <a:xfrm>
            <a:off x="169164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single photo</a:t>
            </a:r>
            <a:endParaRPr lang="en-US" sz="1500" dirty="0"/>
          </a:p>
        </p:txBody>
      </p:sp>
      <p:sp>
        <p:nvSpPr>
          <p:cNvPr id="9" name="Card 28"/>
          <p:cNvSpPr/>
          <p:nvPr/>
        </p:nvSpPr>
        <p:spPr>
          <a:xfrm>
            <a:off x="466344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45920"/>
            <a:ext cx="777240" cy="77724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1" name="Icon 29" descr="FaFil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1842516"/>
            <a:ext cx="384048" cy="384048"/>
          </a:xfrm>
          <a:prstGeom prst="rect">
            <a:avLst/>
          </a:prstGeom>
        </p:spPr>
      </p:pic>
      <p:sp>
        <p:nvSpPr>
          <p:cNvPr id="12" name="Text 30"/>
          <p:cNvSpPr txBox="1"/>
          <p:nvPr/>
        </p:nvSpPr>
        <p:spPr>
          <a:xfrm>
            <a:off x="58978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9A3D"/>
                </a:solidFill>
              </a:rPr>
              <a:t>stop motion</a:t>
            </a:r>
            <a:endParaRPr lang="en-US" sz="2200" dirty="0"/>
          </a:p>
        </p:txBody>
      </p:sp>
      <p:sp>
        <p:nvSpPr>
          <p:cNvPr id="13" name="Text 31"/>
          <p:cNvSpPr txBox="1"/>
          <p:nvPr/>
        </p:nvSpPr>
        <p:spPr>
          <a:xfrm>
            <a:off x="589788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film made of many photos</a:t>
            </a:r>
            <a:endParaRPr lang="en-US" sz="1500" dirty="0"/>
          </a:p>
        </p:txBody>
      </p:sp>
      <p:sp>
        <p:nvSpPr>
          <p:cNvPr id="14" name="Card 32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474720"/>
            <a:ext cx="777240" cy="77724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16" name="Icon 33" descr="FaPencil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671316"/>
            <a:ext cx="384048" cy="384048"/>
          </a:xfrm>
          <a:prstGeom prst="rect">
            <a:avLst/>
          </a:prstGeom>
        </p:spPr>
      </p:pic>
      <p:sp>
        <p:nvSpPr>
          <p:cNvPr id="17" name="Text 34"/>
          <p:cNvSpPr txBox="1"/>
          <p:nvPr/>
        </p:nvSpPr>
        <p:spPr>
          <a:xfrm>
            <a:off x="169164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B89A"/>
                </a:solidFill>
              </a:rPr>
              <a:t>storyboard</a:t>
            </a:r>
            <a:endParaRPr lang="en-US" sz="2200" dirty="0"/>
          </a:p>
        </p:txBody>
      </p:sp>
      <p:sp>
        <p:nvSpPr>
          <p:cNvPr id="18" name="Text 35"/>
          <p:cNvSpPr txBox="1"/>
          <p:nvPr/>
        </p:nvSpPr>
        <p:spPr>
          <a:xfrm>
            <a:off x="169164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drawn plan of our film</a:t>
            </a:r>
            <a:endParaRPr lang="en-US" sz="1500" dirty="0"/>
          </a:p>
        </p:txBody>
      </p:sp>
      <p:sp>
        <p:nvSpPr>
          <p:cNvPr id="19" name="Card 36"/>
          <p:cNvSpPr/>
          <p:nvPr/>
        </p:nvSpPr>
        <p:spPr>
          <a:xfrm>
            <a:off x="466344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474720"/>
            <a:ext cx="777240" cy="7772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1" name="Icon 37" descr="FaVide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3671316"/>
            <a:ext cx="384048" cy="384048"/>
          </a:xfrm>
          <a:prstGeom prst="rect">
            <a:avLst/>
          </a:prstGeom>
        </p:spPr>
      </p:pic>
      <p:sp>
        <p:nvSpPr>
          <p:cNvPr id="22" name="Text 38"/>
          <p:cNvSpPr txBox="1"/>
          <p:nvPr/>
        </p:nvSpPr>
        <p:spPr>
          <a:xfrm>
            <a:off x="58978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</a:rPr>
              <a:t>director</a:t>
            </a:r>
            <a:endParaRPr lang="en-US" sz="2200" dirty="0"/>
          </a:p>
        </p:txBody>
      </p:sp>
      <p:sp>
        <p:nvSpPr>
          <p:cNvPr id="23" name="Text 39"/>
          <p:cNvSpPr txBox="1"/>
          <p:nvPr/>
        </p:nvSpPr>
        <p:spPr>
          <a:xfrm>
            <a:off x="589788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boss who checks the film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Studio crew</a:t>
            </a:r>
            <a:endParaRPr lang="en-US" sz="2800" dirty="0"/>
          </a:p>
        </p:txBody>
      </p:sp>
      <p:sp>
        <p:nvSpPr>
          <p:cNvPr id="3" name="Accent 40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41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08760"/>
            <a:ext cx="1097280" cy="10972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7" name="Icon 42" descr="FaVi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83080"/>
            <a:ext cx="548640" cy="548640"/>
          </a:xfrm>
          <a:prstGeom prst="rect">
            <a:avLst/>
          </a:prstGeom>
        </p:spPr>
      </p:pic>
      <p:sp>
        <p:nvSpPr>
          <p:cNvPr id="8" name="Text 43"/>
          <p:cNvSpPr txBox="1"/>
          <p:nvPr/>
        </p:nvSpPr>
        <p:spPr>
          <a:xfrm>
            <a:off x="5486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</a:rPr>
              <a:t>Director</a:t>
            </a:r>
            <a:endParaRPr lang="en-US" sz="2200" dirty="0"/>
          </a:p>
        </p:txBody>
      </p:sp>
      <p:sp>
        <p:nvSpPr>
          <p:cNvPr id="9" name="Text 44"/>
          <p:cNvSpPr txBox="1"/>
          <p:nvPr/>
        </p:nvSpPr>
        <p:spPr>
          <a:xfrm>
            <a:off x="64008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Decides what happens. Says “Check!”</a:t>
            </a:r>
            <a:endParaRPr lang="en-US" sz="1400" dirty="0"/>
          </a:p>
        </p:txBody>
      </p:sp>
      <p:sp>
        <p:nvSpPr>
          <p:cNvPr id="10" name="Card 45"/>
          <p:cNvSpPr/>
          <p:nvPr/>
        </p:nvSpPr>
        <p:spPr>
          <a:xfrm>
            <a:off x="329184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69080" y="1508760"/>
            <a:ext cx="1097280" cy="10972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3" name="Icon 46" descr="FaHand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548640" cy="548640"/>
          </a:xfrm>
          <a:prstGeom prst="rect">
            <a:avLst/>
          </a:prstGeom>
        </p:spPr>
      </p:pic>
      <p:sp>
        <p:nvSpPr>
          <p:cNvPr id="14" name="Text 47"/>
          <p:cNvSpPr txBox="1"/>
          <p:nvPr/>
        </p:nvSpPr>
        <p:spPr>
          <a:xfrm>
            <a:off x="338328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A3D"/>
                </a:solidFill>
              </a:rPr>
              <a:t>Mover</a:t>
            </a:r>
            <a:endParaRPr lang="en-US" sz="2200" dirty="0"/>
          </a:p>
        </p:txBody>
      </p:sp>
      <p:sp>
        <p:nvSpPr>
          <p:cNvPr id="15" name="Text 48"/>
          <p:cNvSpPr txBox="1"/>
          <p:nvPr/>
        </p:nvSpPr>
        <p:spPr>
          <a:xfrm>
            <a:off x="347472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Moves it a tiny bit</a:t>
            </a:r>
            <a:endParaRPr lang="en-US" sz="1400" dirty="0"/>
          </a:p>
        </p:txBody>
      </p:sp>
      <p:sp>
        <p:nvSpPr>
          <p:cNvPr id="16" name="Card 49"/>
          <p:cNvSpPr/>
          <p:nvPr/>
        </p:nvSpPr>
        <p:spPr>
          <a:xfrm>
            <a:off x="612648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651760" cy="82296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03720" y="1508760"/>
            <a:ext cx="1097280" cy="109728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9" name="Icon 50" descr="Fa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83080"/>
            <a:ext cx="548640" cy="548640"/>
          </a:xfrm>
          <a:prstGeom prst="rect">
            <a:avLst/>
          </a:prstGeom>
        </p:spPr>
      </p:pic>
      <p:sp>
        <p:nvSpPr>
          <p:cNvPr id="20" name="Text 51"/>
          <p:cNvSpPr txBox="1"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8A"/>
                </a:solidFill>
              </a:rPr>
              <a:t>Camera</a:t>
            </a:r>
            <a:endParaRPr lang="en-US" sz="2200" dirty="0"/>
          </a:p>
        </p:txBody>
      </p:sp>
      <p:sp>
        <p:nvSpPr>
          <p:cNvPr id="21" name="Text 52"/>
          <p:cNvSpPr txBox="1"/>
          <p:nvPr/>
        </p:nvSpPr>
        <p:spPr>
          <a:xfrm>
            <a:off x="630936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Holds the tablet and clicks</a:t>
            </a:r>
            <a:endParaRPr lang="en-US" sz="1400" dirty="0"/>
          </a:p>
        </p:txBody>
      </p:sp>
      <p:sp>
        <p:nvSpPr>
          <p:cNvPr id="22" name="Card 53"/>
          <p:cNvSpPr/>
          <p:nvPr/>
        </p:nvSpPr>
        <p:spPr>
          <a:xfrm>
            <a:off x="457200" y="4526280"/>
            <a:ext cx="8321040" cy="502920"/>
          </a:xfrm>
          <a:prstGeom prst="roundRect">
            <a:avLst>
              <a:gd name="adj" fmla="val 21818"/>
            </a:avLst>
          </a:prstGeom>
          <a:solidFill>
            <a:srgbClr val="FFF1D6"/>
          </a:solidFill>
          <a:ln/>
        </p:spPr>
      </p:sp>
      <p:sp>
        <p:nvSpPr>
          <p:cNvPr id="23" name="Text 54"/>
          <p:cNvSpPr txBox="1"/>
          <p:nvPr/>
        </p:nvSpPr>
        <p:spPr>
          <a:xfrm>
            <a:off x="457200" y="4526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5A00"/>
                </a:solidFill>
              </a:rPr>
              <a:t>Swap jobs every 5 photos!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Tablet rules</a:t>
            </a:r>
            <a:endParaRPr lang="en-US" sz="2800" dirty="0"/>
          </a:p>
        </p:txBody>
      </p:sp>
      <p:sp>
        <p:nvSpPr>
          <p:cNvPr id="3" name="Accent 55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56"/>
          <p:cNvSpPr/>
          <p:nvPr/>
        </p:nvSpPr>
        <p:spPr>
          <a:xfrm>
            <a:off x="45720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777240" cy="7772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con 57" descr="FaHan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842516"/>
            <a:ext cx="384048" cy="384048"/>
          </a:xfrm>
          <a:prstGeom prst="rect">
            <a:avLst/>
          </a:prstGeom>
        </p:spPr>
      </p:pic>
      <p:sp>
        <p:nvSpPr>
          <p:cNvPr id="7" name="Text 58"/>
          <p:cNvSpPr txBox="1"/>
          <p:nvPr/>
        </p:nvSpPr>
        <p:spPr>
          <a:xfrm>
            <a:off x="16916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C63FF"/>
                </a:solidFill>
              </a:rPr>
              <a:t>Two hands</a:t>
            </a:r>
            <a:endParaRPr lang="en-US" sz="2000" dirty="0"/>
          </a:p>
        </p:txBody>
      </p:sp>
      <p:sp>
        <p:nvSpPr>
          <p:cNvPr id="8" name="Text 59"/>
          <p:cNvSpPr txBox="1"/>
          <p:nvPr/>
        </p:nvSpPr>
        <p:spPr>
          <a:xfrm>
            <a:off x="169164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Hold the tablet with two hands.</a:t>
            </a:r>
            <a:endParaRPr lang="en-US" sz="1500" dirty="0"/>
          </a:p>
        </p:txBody>
      </p:sp>
      <p:sp>
        <p:nvSpPr>
          <p:cNvPr id="9" name="Card 60"/>
          <p:cNvSpPr/>
          <p:nvPr/>
        </p:nvSpPr>
        <p:spPr>
          <a:xfrm>
            <a:off x="466344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45920"/>
            <a:ext cx="777240" cy="77724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1" name="Icon 61" descr="FaCu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1842516"/>
            <a:ext cx="384048" cy="384048"/>
          </a:xfrm>
          <a:prstGeom prst="rect">
            <a:avLst/>
          </a:prstGeom>
        </p:spPr>
      </p:pic>
      <p:sp>
        <p:nvSpPr>
          <p:cNvPr id="12" name="Text 62"/>
          <p:cNvSpPr txBox="1"/>
          <p:nvPr/>
        </p:nvSpPr>
        <p:spPr>
          <a:xfrm>
            <a:off x="58978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A3D"/>
                </a:solidFill>
              </a:rPr>
              <a:t>Film objects</a:t>
            </a:r>
            <a:endParaRPr lang="en-US" sz="2000" dirty="0"/>
          </a:p>
        </p:txBody>
      </p:sp>
      <p:sp>
        <p:nvSpPr>
          <p:cNvPr id="13" name="Text 63"/>
          <p:cNvSpPr txBox="1"/>
          <p:nvPr/>
        </p:nvSpPr>
        <p:spPr>
          <a:xfrm>
            <a:off x="589788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Film objects and drawings, not faces.</a:t>
            </a:r>
            <a:endParaRPr lang="en-US" sz="1500" dirty="0"/>
          </a:p>
        </p:txBody>
      </p:sp>
      <p:sp>
        <p:nvSpPr>
          <p:cNvPr id="14" name="Card 64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474720"/>
            <a:ext cx="777240" cy="77724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6" name="Icon 65" descr="FaCommentD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671316"/>
            <a:ext cx="384048" cy="384048"/>
          </a:xfrm>
          <a:prstGeom prst="rect">
            <a:avLst/>
          </a:prstGeom>
        </p:spPr>
      </p:pic>
      <p:sp>
        <p:nvSpPr>
          <p:cNvPr id="17" name="Text 66"/>
          <p:cNvSpPr txBox="1"/>
          <p:nvPr/>
        </p:nvSpPr>
        <p:spPr>
          <a:xfrm>
            <a:off x="169164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5C8A"/>
                </a:solidFill>
              </a:rPr>
              <a:t>Ask first</a:t>
            </a:r>
            <a:endParaRPr lang="en-US" sz="2000" dirty="0"/>
          </a:p>
        </p:txBody>
      </p:sp>
      <p:sp>
        <p:nvSpPr>
          <p:cNvPr id="18" name="Text 67"/>
          <p:cNvSpPr txBox="1"/>
          <p:nvPr/>
        </p:nvSpPr>
        <p:spPr>
          <a:xfrm>
            <a:off x="169164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Ask before you film a person.</a:t>
            </a:r>
            <a:endParaRPr lang="en-US" sz="1500" dirty="0"/>
          </a:p>
        </p:txBody>
      </p:sp>
      <p:sp>
        <p:nvSpPr>
          <p:cNvPr id="19" name="Card 68"/>
          <p:cNvSpPr/>
          <p:nvPr/>
        </p:nvSpPr>
        <p:spPr>
          <a:xfrm>
            <a:off x="4663440" y="30175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474720"/>
            <a:ext cx="777240" cy="77724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21" name="Icon 69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3671316"/>
            <a:ext cx="384048" cy="384048"/>
          </a:xfrm>
          <a:prstGeom prst="rect">
            <a:avLst/>
          </a:prstGeom>
        </p:spPr>
      </p:pic>
      <p:sp>
        <p:nvSpPr>
          <p:cNvPr id="22" name="Text 70"/>
          <p:cNvSpPr txBox="1"/>
          <p:nvPr/>
        </p:nvSpPr>
        <p:spPr>
          <a:xfrm>
            <a:off x="58978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B89A"/>
                </a:solidFill>
              </a:rPr>
              <a:t>Keep it safe</a:t>
            </a:r>
            <a:endParaRPr lang="en-US" sz="2000" dirty="0"/>
          </a:p>
        </p:txBody>
      </p:sp>
      <p:sp>
        <p:nvSpPr>
          <p:cNvPr id="23" name="Text 71"/>
          <p:cNvSpPr txBox="1"/>
          <p:nvPr/>
        </p:nvSpPr>
        <p:spPr>
          <a:xfrm>
            <a:off x="5897880" y="3794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movies stay on the tablet.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Move – Click – Check</a:t>
            </a:r>
            <a:endParaRPr lang="en-US" sz="2800" dirty="0"/>
          </a:p>
        </p:txBody>
      </p:sp>
      <p:sp>
        <p:nvSpPr>
          <p:cNvPr id="3" name="Accent 72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4" name="Picture 73" descr="Move a tiny bit, click, check the tablet is still, repe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7498080" cy="3165856"/>
          </a:xfrm>
          <a:prstGeom prst="rect">
            <a:avLst/>
          </a:prstGeom>
        </p:spPr>
      </p:pic>
      <p:sp>
        <p:nvSpPr>
          <p:cNvPr id="5" name="Card 74"/>
          <p:cNvSpPr/>
          <p:nvPr/>
        </p:nvSpPr>
        <p:spPr>
          <a:xfrm>
            <a:off x="457200" y="4206240"/>
            <a:ext cx="8321040" cy="7315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/>
        </p:spPr>
      </p:sp>
      <p:sp>
        <p:nvSpPr>
          <p:cNvPr id="6" name="Text 75"/>
          <p:cNvSpPr txBox="1"/>
          <p:nvPr/>
        </p:nvSpPr>
        <p:spPr>
          <a:xfrm>
            <a:off x="640080" y="420624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Chant: “Move a little, click, click!”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Plan your story</a:t>
            </a:r>
            <a:endParaRPr lang="en-US" sz="2800" dirty="0"/>
          </a:p>
        </p:txBody>
      </p:sp>
      <p:sp>
        <p:nvSpPr>
          <p:cNvPr id="3" name="Accent 76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77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A3D"/>
                </a:solidFill>
              </a:rPr>
              <a:t>Year 1: 3 boxes</a:t>
            </a:r>
            <a:endParaRPr lang="en-US" sz="1800" dirty="0"/>
          </a:p>
        </p:txBody>
      </p:sp>
      <p:sp>
        <p:nvSpPr>
          <p:cNvPr id="5" name="Box 78"/>
          <p:cNvSpPr/>
          <p:nvPr/>
        </p:nvSpPr>
        <p:spPr>
          <a:xfrm>
            <a:off x="457200" y="155448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6" name="Text 79"/>
          <p:cNvSpPr txBox="1"/>
          <p:nvPr/>
        </p:nvSpPr>
        <p:spPr>
          <a:xfrm>
            <a:off x="54864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80"/>
          <p:cNvSpPr txBox="1"/>
          <p:nvPr/>
        </p:nvSpPr>
        <p:spPr>
          <a:xfrm>
            <a:off x="45720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685"/>
                </a:solidFill>
              </a:rPr>
              <a:t>Start</a:t>
            </a:r>
            <a:endParaRPr lang="en-US" sz="1500" dirty="0"/>
          </a:p>
        </p:txBody>
      </p:sp>
      <p:sp>
        <p:nvSpPr>
          <p:cNvPr id="8" name="Box 81"/>
          <p:cNvSpPr/>
          <p:nvPr/>
        </p:nvSpPr>
        <p:spPr>
          <a:xfrm>
            <a:off x="1783080" y="155448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9" name="Text 82"/>
          <p:cNvSpPr txBox="1"/>
          <p:nvPr/>
        </p:nvSpPr>
        <p:spPr>
          <a:xfrm>
            <a:off x="187452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3"/>
          <p:cNvSpPr txBox="1"/>
          <p:nvPr/>
        </p:nvSpPr>
        <p:spPr>
          <a:xfrm>
            <a:off x="178308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685"/>
                </a:solidFill>
              </a:rPr>
              <a:t>Middle</a:t>
            </a:r>
            <a:endParaRPr lang="en-US" sz="1500" dirty="0"/>
          </a:p>
        </p:txBody>
      </p:sp>
      <p:sp>
        <p:nvSpPr>
          <p:cNvPr id="11" name="Box 84"/>
          <p:cNvSpPr/>
          <p:nvPr/>
        </p:nvSpPr>
        <p:spPr>
          <a:xfrm>
            <a:off x="3108960" y="155448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12" name="Text 85"/>
          <p:cNvSpPr txBox="1"/>
          <p:nvPr/>
        </p:nvSpPr>
        <p:spPr>
          <a:xfrm>
            <a:off x="320040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86"/>
          <p:cNvSpPr txBox="1"/>
          <p:nvPr/>
        </p:nvSpPr>
        <p:spPr>
          <a:xfrm>
            <a:off x="3108960" y="28803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685"/>
                </a:solidFill>
              </a:rPr>
              <a:t>End</a:t>
            </a:r>
            <a:endParaRPr lang="en-US" sz="1500" dirty="0"/>
          </a:p>
        </p:txBody>
      </p:sp>
      <p:sp>
        <p:nvSpPr>
          <p:cNvPr id="14" name="Text 87"/>
          <p:cNvSpPr txBox="1"/>
          <p:nvPr/>
        </p:nvSpPr>
        <p:spPr>
          <a:xfrm>
            <a:off x="45720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Year 2: 6 boxes</a:t>
            </a:r>
            <a:endParaRPr lang="en-US" sz="1800" dirty="0"/>
          </a:p>
        </p:txBody>
      </p:sp>
      <p:sp>
        <p:nvSpPr>
          <p:cNvPr id="15" name="Box 88"/>
          <p:cNvSpPr/>
          <p:nvPr/>
        </p:nvSpPr>
        <p:spPr>
          <a:xfrm>
            <a:off x="457200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16" name="Text 89"/>
          <p:cNvSpPr txBox="1"/>
          <p:nvPr/>
        </p:nvSpPr>
        <p:spPr>
          <a:xfrm>
            <a:off x="54864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Box 90"/>
          <p:cNvSpPr/>
          <p:nvPr/>
        </p:nvSpPr>
        <p:spPr>
          <a:xfrm>
            <a:off x="1115568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18" name="Text 91"/>
          <p:cNvSpPr txBox="1"/>
          <p:nvPr/>
        </p:nvSpPr>
        <p:spPr>
          <a:xfrm>
            <a:off x="1207008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Box 92"/>
          <p:cNvSpPr/>
          <p:nvPr/>
        </p:nvSpPr>
        <p:spPr>
          <a:xfrm>
            <a:off x="1773936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20" name="Text 93"/>
          <p:cNvSpPr txBox="1"/>
          <p:nvPr/>
        </p:nvSpPr>
        <p:spPr>
          <a:xfrm>
            <a:off x="1865376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Box 94"/>
          <p:cNvSpPr/>
          <p:nvPr/>
        </p:nvSpPr>
        <p:spPr>
          <a:xfrm>
            <a:off x="2432304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22" name="Text 95"/>
          <p:cNvSpPr txBox="1"/>
          <p:nvPr/>
        </p:nvSpPr>
        <p:spPr>
          <a:xfrm>
            <a:off x="2523744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Box 96"/>
          <p:cNvSpPr/>
          <p:nvPr/>
        </p:nvSpPr>
        <p:spPr>
          <a:xfrm>
            <a:off x="3090672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24" name="Text 97"/>
          <p:cNvSpPr txBox="1"/>
          <p:nvPr/>
        </p:nvSpPr>
        <p:spPr>
          <a:xfrm>
            <a:off x="3182112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Box 98"/>
          <p:cNvSpPr/>
          <p:nvPr/>
        </p:nvSpPr>
        <p:spPr>
          <a:xfrm>
            <a:off x="3749040" y="3840480"/>
            <a:ext cx="603504" cy="9144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5400">
            <a:solidFill>
              <a:srgbClr val="B9B3D6"/>
            </a:solidFill>
            <a:prstDash val="dash"/>
          </a:ln>
        </p:spPr>
      </p:sp>
      <p:sp>
        <p:nvSpPr>
          <p:cNvPr id="26" name="Text 99"/>
          <p:cNvSpPr txBox="1"/>
          <p:nvPr/>
        </p:nvSpPr>
        <p:spPr>
          <a:xfrm>
            <a:off x="384048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Card 100"/>
          <p:cNvSpPr/>
          <p:nvPr/>
        </p:nvSpPr>
        <p:spPr>
          <a:xfrm>
            <a:off x="4663440" y="11887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1463040"/>
            <a:ext cx="822960" cy="82296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29" name="Icon 101" descr="FaPencil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7216" y="1682496"/>
            <a:ext cx="384048" cy="384048"/>
          </a:xfrm>
          <a:prstGeom prst="rect">
            <a:avLst/>
          </a:prstGeom>
        </p:spPr>
      </p:pic>
      <p:sp>
        <p:nvSpPr>
          <p:cNvPr id="30" name="Text 102"/>
          <p:cNvSpPr txBox="1"/>
          <p:nvPr/>
        </p:nvSpPr>
        <p:spPr>
          <a:xfrm>
            <a:off x="493776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Draw a picture in each box</a:t>
            </a:r>
            <a:endParaRPr lang="en-US" sz="2000" dirty="0"/>
          </a:p>
        </p:txBody>
      </p:sp>
      <p:sp>
        <p:nvSpPr>
          <p:cNvPr id="31" name="Text 103"/>
          <p:cNvSpPr txBox="1"/>
          <p:nvPr/>
        </p:nvSpPr>
        <p:spPr>
          <a:xfrm>
            <a:off x="493776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685"/>
                </a:solidFill>
              </a:rPr>
              <a:t>What happens first? Then? How does it end?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685"/>
                </a:solidFill>
              </a:rPr>
              <a:t>Keep the story small and clear.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Pick a story idea</a:t>
            </a:r>
            <a:endParaRPr lang="en-US" sz="2800" dirty="0"/>
          </a:p>
        </p:txBody>
      </p:sp>
      <p:sp>
        <p:nvSpPr>
          <p:cNvPr id="3" name="Accent 104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105"/>
          <p:cNvSpPr/>
          <p:nvPr/>
        </p:nvSpPr>
        <p:spPr>
          <a:xfrm>
            <a:off x="457200" y="11887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822960" cy="82296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6" name="Icon 106" descr="FaPencil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1577340"/>
            <a:ext cx="411480" cy="411480"/>
          </a:xfrm>
          <a:prstGeom prst="rect">
            <a:avLst/>
          </a:prstGeom>
        </p:spPr>
      </p:pic>
      <p:sp>
        <p:nvSpPr>
          <p:cNvPr id="7" name="Text 107"/>
          <p:cNvSpPr txBox="1"/>
          <p:nvPr/>
        </p:nvSpPr>
        <p:spPr>
          <a:xfrm>
            <a:off x="5943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pencil race</a:t>
            </a:r>
            <a:endParaRPr lang="en-US" sz="1500" dirty="0"/>
          </a:p>
        </p:txBody>
      </p:sp>
      <p:sp>
        <p:nvSpPr>
          <p:cNvPr id="8" name="Card 108"/>
          <p:cNvSpPr/>
          <p:nvPr/>
        </p:nvSpPr>
        <p:spPr>
          <a:xfrm>
            <a:off x="3291840" y="11887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371600"/>
            <a:ext cx="822960" cy="82296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pic>
        <p:nvPicPr>
          <p:cNvPr id="10" name="Icon 109" descr="FaChalk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577340"/>
            <a:ext cx="411480" cy="411480"/>
          </a:xfrm>
          <a:prstGeom prst="rect">
            <a:avLst/>
          </a:prstGeom>
        </p:spPr>
      </p:pic>
      <p:sp>
        <p:nvSpPr>
          <p:cNvPr id="11" name="Text 110"/>
          <p:cNvSpPr txBox="1"/>
          <p:nvPr/>
        </p:nvSpPr>
        <p:spPr>
          <a:xfrm>
            <a:off x="34290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drawing grows on the whiteboard</a:t>
            </a:r>
            <a:endParaRPr lang="en-US" sz="1500" dirty="0"/>
          </a:p>
        </p:txBody>
      </p:sp>
      <p:sp>
        <p:nvSpPr>
          <p:cNvPr id="12" name="Card 111"/>
          <p:cNvSpPr/>
          <p:nvPr/>
        </p:nvSpPr>
        <p:spPr>
          <a:xfrm>
            <a:off x="6126480" y="11887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40880" y="137160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4" name="Icon 112" descr="FaSeed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577340"/>
            <a:ext cx="411480" cy="411480"/>
          </a:xfrm>
          <a:prstGeom prst="rect">
            <a:avLst/>
          </a:prstGeom>
        </p:spPr>
      </p:pic>
      <p:sp>
        <p:nvSpPr>
          <p:cNvPr id="15" name="Text 113"/>
          <p:cNvSpPr txBox="1"/>
          <p:nvPr/>
        </p:nvSpPr>
        <p:spPr>
          <a:xfrm>
            <a:off x="6263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plant grows up</a:t>
            </a:r>
            <a:endParaRPr lang="en-US" sz="1500" dirty="0"/>
          </a:p>
        </p:txBody>
      </p:sp>
      <p:sp>
        <p:nvSpPr>
          <p:cNvPr id="16" name="Card 114"/>
          <p:cNvSpPr/>
          <p:nvPr/>
        </p:nvSpPr>
        <p:spPr>
          <a:xfrm>
            <a:off x="457200" y="30175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71600" y="3200400"/>
            <a:ext cx="822960" cy="82296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8" name="Icon 115" descr="FaFo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3406140"/>
            <a:ext cx="411480" cy="411480"/>
          </a:xfrm>
          <a:prstGeom prst="rect">
            <a:avLst/>
          </a:prstGeom>
        </p:spPr>
      </p:pic>
      <p:sp>
        <p:nvSpPr>
          <p:cNvPr id="19" name="Text 116"/>
          <p:cNvSpPr txBox="1"/>
          <p:nvPr/>
        </p:nvSpPr>
        <p:spPr>
          <a:xfrm>
            <a:off x="59436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 name appears, letter by letter</a:t>
            </a:r>
            <a:endParaRPr lang="en-US" sz="1500" dirty="0"/>
          </a:p>
        </p:txBody>
      </p:sp>
      <p:sp>
        <p:nvSpPr>
          <p:cNvPr id="20" name="Card 117"/>
          <p:cNvSpPr/>
          <p:nvPr/>
        </p:nvSpPr>
        <p:spPr>
          <a:xfrm>
            <a:off x="3291840" y="30175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06240" y="3200400"/>
            <a:ext cx="822960" cy="82296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22" name="Icon 118" descr="FaEras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3406140"/>
            <a:ext cx="411480" cy="411480"/>
          </a:xfrm>
          <a:prstGeom prst="rect">
            <a:avLst/>
          </a:prstGeom>
        </p:spPr>
      </p:pic>
      <p:sp>
        <p:nvSpPr>
          <p:cNvPr id="23" name="Text 119"/>
          <p:cNvSpPr txBox="1"/>
          <p:nvPr/>
        </p:nvSpPr>
        <p:spPr>
          <a:xfrm>
            <a:off x="34290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rubber goes on a journey</a:t>
            </a:r>
            <a:endParaRPr lang="en-US" sz="1500" dirty="0"/>
          </a:p>
        </p:txBody>
      </p:sp>
      <p:sp>
        <p:nvSpPr>
          <p:cNvPr id="24" name="Card 120"/>
          <p:cNvSpPr/>
          <p:nvPr/>
        </p:nvSpPr>
        <p:spPr>
          <a:xfrm>
            <a:off x="6126480" y="301752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040880" y="3200400"/>
            <a:ext cx="822960" cy="82296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26" name="Icon 121" descr="FaRul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3406140"/>
            <a:ext cx="411480" cy="411480"/>
          </a:xfrm>
          <a:prstGeom prst="rect">
            <a:avLst/>
          </a:prstGeom>
        </p:spPr>
      </p:pic>
      <p:sp>
        <p:nvSpPr>
          <p:cNvPr id="27" name="Text 122"/>
          <p:cNvSpPr txBox="1"/>
          <p:nvPr/>
        </p:nvSpPr>
        <p:spPr>
          <a:xfrm>
            <a:off x="626364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a stationery tower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23"/>
          <p:cNvSpPr txBox="1"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Make time!</a:t>
            </a:r>
            <a:endParaRPr lang="en-US" sz="3400" dirty="0"/>
          </a:p>
        </p:txBody>
      </p:sp>
      <p:sp>
        <p:nvSpPr>
          <p:cNvPr id="3" name="Card 124"/>
          <p:cNvSpPr/>
          <p:nvPr/>
        </p:nvSpPr>
        <p:spPr>
          <a:xfrm>
            <a:off x="54864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3D3470"/>
          </a:solidFill>
          <a:ln w="38100">
            <a:solidFill>
              <a:srgbClr val="FF9A3D"/>
            </a:solidFill>
            <a:prstDash val="solid"/>
          </a:ln>
        </p:spPr>
      </p:sp>
      <p:sp>
        <p:nvSpPr>
          <p:cNvPr id="4" name="Text 125"/>
          <p:cNvSpPr txBox="1"/>
          <p:nvPr/>
        </p:nvSpPr>
        <p:spPr>
          <a:xfrm>
            <a:off x="73152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9A3D"/>
                </a:solidFill>
              </a:rPr>
              <a:t>Year 1</a:t>
            </a:r>
            <a:endParaRPr lang="en-US" sz="2200" dirty="0"/>
          </a:p>
        </p:txBody>
      </p:sp>
      <p:sp>
        <p:nvSpPr>
          <p:cNvPr id="5" name="Text 126"/>
          <p:cNvSpPr txBox="1"/>
          <p:nvPr/>
        </p:nvSpPr>
        <p:spPr>
          <a:xfrm>
            <a:off x="73152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10–15</a:t>
            </a:r>
            <a:endParaRPr lang="en-US" sz="6000" dirty="0"/>
          </a:p>
        </p:txBody>
      </p:sp>
      <p:sp>
        <p:nvSpPr>
          <p:cNvPr id="6" name="Text 127"/>
          <p:cNvSpPr txBox="1"/>
          <p:nvPr/>
        </p:nvSpPr>
        <p:spPr>
          <a:xfrm>
            <a:off x="7315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D23F"/>
                </a:solidFill>
              </a:rPr>
              <a:t>photos</a:t>
            </a:r>
            <a:endParaRPr lang="en-US" sz="2000" dirty="0"/>
          </a:p>
        </p:txBody>
      </p:sp>
      <p:sp>
        <p:nvSpPr>
          <p:cNvPr id="7" name="Card 128"/>
          <p:cNvSpPr/>
          <p:nvPr/>
        </p:nvSpPr>
        <p:spPr>
          <a:xfrm>
            <a:off x="466344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3D3470"/>
          </a:solidFill>
          <a:ln w="38100">
            <a:solidFill>
              <a:srgbClr val="9A94FF"/>
            </a:solidFill>
            <a:prstDash val="solid"/>
          </a:ln>
        </p:spPr>
      </p:sp>
      <p:sp>
        <p:nvSpPr>
          <p:cNvPr id="8" name="Text 129"/>
          <p:cNvSpPr txBox="1"/>
          <p:nvPr/>
        </p:nvSpPr>
        <p:spPr>
          <a:xfrm>
            <a:off x="484632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94FF"/>
                </a:solidFill>
              </a:rPr>
              <a:t>Year 2</a:t>
            </a:r>
            <a:endParaRPr lang="en-US" sz="2200" dirty="0"/>
          </a:p>
        </p:txBody>
      </p:sp>
      <p:sp>
        <p:nvSpPr>
          <p:cNvPr id="9" name="Text 130"/>
          <p:cNvSpPr txBox="1"/>
          <p:nvPr/>
        </p:nvSpPr>
        <p:spPr>
          <a:xfrm>
            <a:off x="4846320" y="17830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20–30</a:t>
            </a:r>
            <a:endParaRPr lang="en-US" sz="6000" dirty="0"/>
          </a:p>
        </p:txBody>
      </p:sp>
      <p:sp>
        <p:nvSpPr>
          <p:cNvPr id="10" name="Text 131"/>
          <p:cNvSpPr txBox="1"/>
          <p:nvPr/>
        </p:nvSpPr>
        <p:spPr>
          <a:xfrm>
            <a:off x="48463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D23F"/>
                </a:solidFill>
              </a:rPr>
              <a:t>photos, following your storyboard</a:t>
            </a:r>
            <a:endParaRPr lang="en-US" sz="1600" dirty="0"/>
          </a:p>
        </p:txBody>
      </p:sp>
      <p:sp>
        <p:nvSpPr>
          <p:cNvPr id="11" name="Text 132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Is the tablet still?   Are your hands out of the picture?   Was the move tiny?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Show and tell</a:t>
            </a:r>
            <a:endParaRPr lang="en-US" sz="2800" dirty="0"/>
          </a:p>
        </p:txBody>
      </p:sp>
      <p:sp>
        <p:nvSpPr>
          <p:cNvPr id="3" name="Accent 13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4" name="Card 134"/>
          <p:cNvSpPr/>
          <p:nvPr/>
        </p:nvSpPr>
        <p:spPr>
          <a:xfrm>
            <a:off x="457200" y="118872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0" cy="73152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6" name="Icon 135" descr="FaThumbs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136"/>
          <p:cNvSpPr txBox="1"/>
          <p:nvPr/>
        </p:nvSpPr>
        <p:spPr>
          <a:xfrm>
            <a:off x="1691640" y="11887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 worked well?</a:t>
            </a:r>
            <a:endParaRPr lang="en-US" sz="2200" dirty="0"/>
          </a:p>
        </p:txBody>
      </p:sp>
      <p:sp>
        <p:nvSpPr>
          <p:cNvPr id="8" name="Card 137"/>
          <p:cNvSpPr/>
          <p:nvPr/>
        </p:nvSpPr>
        <p:spPr>
          <a:xfrm>
            <a:off x="457200" y="246888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651760"/>
            <a:ext cx="731520" cy="73152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0" name="Icon 138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34640"/>
            <a:ext cx="365760" cy="365760"/>
          </a:xfrm>
          <a:prstGeom prst="rect">
            <a:avLst/>
          </a:prstGeom>
        </p:spPr>
      </p:pic>
      <p:sp>
        <p:nvSpPr>
          <p:cNvPr id="11" name="Text 139"/>
          <p:cNvSpPr txBox="1"/>
          <p:nvPr/>
        </p:nvSpPr>
        <p:spPr>
          <a:xfrm>
            <a:off x="1691640" y="2468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 was tricky?</a:t>
            </a:r>
            <a:endParaRPr lang="en-US" sz="2200" dirty="0"/>
          </a:p>
        </p:txBody>
      </p:sp>
      <p:sp>
        <p:nvSpPr>
          <p:cNvPr id="12" name="Card 140"/>
          <p:cNvSpPr/>
          <p:nvPr/>
        </p:nvSpPr>
        <p:spPr>
          <a:xfrm>
            <a:off x="457200" y="374904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" y="3931920"/>
            <a:ext cx="731520" cy="7315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4" name="Icon 141" descr="FaForw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14800"/>
            <a:ext cx="365760" cy="365760"/>
          </a:xfrm>
          <a:prstGeom prst="rect">
            <a:avLst/>
          </a:prstGeom>
        </p:spPr>
      </p:pic>
      <p:sp>
        <p:nvSpPr>
          <p:cNvPr id="15" name="Text 142"/>
          <p:cNvSpPr txBox="1"/>
          <p:nvPr/>
        </p:nvSpPr>
        <p:spPr>
          <a:xfrm>
            <a:off x="1691640" y="37490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Next time we will fix it and hold a film premiere!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Lesson 2: Edit, Premiere, Applause!</a:t>
            </a:r>
            <a:endParaRPr lang="en-US" sz="2800" dirty="0"/>
          </a:p>
        </p:txBody>
      </p:sp>
      <p:sp>
        <p:nvSpPr>
          <p:cNvPr id="3" name="Accent 14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Card 144"/>
          <p:cNvSpPr/>
          <p:nvPr/>
        </p:nvSpPr>
        <p:spPr>
          <a:xfrm>
            <a:off x="457200" y="1280160"/>
            <a:ext cx="8321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con 145" descr="FaFil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72768"/>
            <a:ext cx="329184" cy="329184"/>
          </a:xfrm>
          <a:prstGeom prst="rect">
            <a:avLst/>
          </a:prstGeom>
        </p:spPr>
      </p:pic>
      <p:sp>
        <p:nvSpPr>
          <p:cNvPr id="7" name="Text 146"/>
          <p:cNvSpPr txBox="1"/>
          <p:nvPr/>
        </p:nvSpPr>
        <p:spPr>
          <a:xfrm>
            <a:off x="1554480" y="12801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Stop motion = lots of photos played fast</a:t>
            </a:r>
            <a:endParaRPr lang="en-US" sz="2000" dirty="0"/>
          </a:p>
        </p:txBody>
      </p:sp>
      <p:sp>
        <p:nvSpPr>
          <p:cNvPr id="8" name="Card 147"/>
          <p:cNvSpPr/>
          <p:nvPr/>
        </p:nvSpPr>
        <p:spPr>
          <a:xfrm>
            <a:off x="457200" y="2377440"/>
            <a:ext cx="8321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0" name="Icon 148" descr="FaHand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0048"/>
            <a:ext cx="329184" cy="329184"/>
          </a:xfrm>
          <a:prstGeom prst="rect">
            <a:avLst/>
          </a:prstGeom>
        </p:spPr>
      </p:pic>
      <p:sp>
        <p:nvSpPr>
          <p:cNvPr id="11" name="Text 149"/>
          <p:cNvSpPr txBox="1"/>
          <p:nvPr/>
        </p:nvSpPr>
        <p:spPr>
          <a:xfrm>
            <a:off x="1554480" y="23774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Move a tiny bit, then click</a:t>
            </a:r>
            <a:endParaRPr lang="en-US" sz="2000" dirty="0"/>
          </a:p>
        </p:txBody>
      </p:sp>
      <p:sp>
        <p:nvSpPr>
          <p:cNvPr id="12" name="Card 150"/>
          <p:cNvSpPr/>
          <p:nvPr/>
        </p:nvSpPr>
        <p:spPr>
          <a:xfrm>
            <a:off x="457200" y="3474720"/>
            <a:ext cx="83210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14" name="Icon 151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767328"/>
            <a:ext cx="329184" cy="329184"/>
          </a:xfrm>
          <a:prstGeom prst="rect">
            <a:avLst/>
          </a:prstGeom>
        </p:spPr>
      </p:pic>
      <p:sp>
        <p:nvSpPr>
          <p:cNvPr id="15" name="Text 152"/>
          <p:cNvSpPr txBox="1"/>
          <p:nvPr/>
        </p:nvSpPr>
        <p:spPr>
          <a:xfrm>
            <a:off x="1554480" y="3474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Director, Mover, Camera</a:t>
            </a:r>
            <a:endParaRPr lang="en-US" sz="2000" dirty="0"/>
          </a:p>
        </p:txBody>
      </p:sp>
      <p:sp>
        <p:nvSpPr>
          <p:cNvPr id="16" name="Text 153"/>
          <p:cNvSpPr txBox="1"/>
          <p:nvPr/>
        </p:nvSpPr>
        <p:spPr>
          <a:xfrm>
            <a:off x="45720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Let’s remember Lesson 1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Fix it!</a:t>
            </a:r>
            <a:endParaRPr lang="en-US" sz="2800" dirty="0"/>
          </a:p>
        </p:txBody>
      </p:sp>
      <p:sp>
        <p:nvSpPr>
          <p:cNvPr id="3" name="Accent 154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Card 155"/>
          <p:cNvSpPr/>
          <p:nvPr/>
        </p:nvSpPr>
        <p:spPr>
          <a:xfrm>
            <a:off x="45720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554480"/>
            <a:ext cx="1005840" cy="100584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7" name="Icon 156" descr="FaTrash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805940"/>
            <a:ext cx="502920" cy="502920"/>
          </a:xfrm>
          <a:prstGeom prst="rect">
            <a:avLst/>
          </a:prstGeom>
        </p:spPr>
      </p:pic>
      <p:sp>
        <p:nvSpPr>
          <p:cNvPr id="8" name="Text 157"/>
          <p:cNvSpPr txBox="1"/>
          <p:nvPr/>
        </p:nvSpPr>
        <p:spPr>
          <a:xfrm>
            <a:off x="54864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C8A"/>
                </a:solidFill>
              </a:rPr>
              <a:t>Delete bad photos</a:t>
            </a:r>
            <a:endParaRPr lang="en-US" sz="1900" dirty="0"/>
          </a:p>
        </p:txBody>
      </p:sp>
      <p:sp>
        <p:nvSpPr>
          <p:cNvPr id="9" name="Text 158"/>
          <p:cNvSpPr txBox="1"/>
          <p:nvPr/>
        </p:nvSpPr>
        <p:spPr>
          <a:xfrm>
            <a:off x="64008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Hand in the shot? Blurry? Delete it.</a:t>
            </a:r>
            <a:endParaRPr lang="en-US" sz="1400" dirty="0"/>
          </a:p>
        </p:txBody>
      </p:sp>
      <p:sp>
        <p:nvSpPr>
          <p:cNvPr id="10" name="Card 159"/>
          <p:cNvSpPr/>
          <p:nvPr/>
        </p:nvSpPr>
        <p:spPr>
          <a:xfrm>
            <a:off x="329184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0" y="1554480"/>
            <a:ext cx="1005840" cy="100584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9A3D"/>
            </a:solidFill>
            <a:prstDash val="solid"/>
          </a:ln>
        </p:spPr>
      </p:sp>
      <p:pic>
        <p:nvPicPr>
          <p:cNvPr id="13" name="Icon 160" descr="FaF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805940"/>
            <a:ext cx="502920" cy="502920"/>
          </a:xfrm>
          <a:prstGeom prst="rect">
            <a:avLst/>
          </a:prstGeom>
        </p:spPr>
      </p:pic>
      <p:sp>
        <p:nvSpPr>
          <p:cNvPr id="14" name="Text 161"/>
          <p:cNvSpPr txBox="1"/>
          <p:nvPr/>
        </p:nvSpPr>
        <p:spPr>
          <a:xfrm>
            <a:off x="338328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9A3D"/>
                </a:solidFill>
              </a:rPr>
              <a:t>Add a title</a:t>
            </a:r>
            <a:endParaRPr lang="en-US" sz="1900" dirty="0"/>
          </a:p>
        </p:txBody>
      </p:sp>
      <p:sp>
        <p:nvSpPr>
          <p:cNvPr id="15" name="Text 162"/>
          <p:cNvSpPr txBox="1"/>
          <p:nvPr/>
        </p:nvSpPr>
        <p:spPr>
          <a:xfrm>
            <a:off x="347472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Take a title photo at the start.</a:t>
            </a:r>
            <a:endParaRPr lang="en-US" sz="1400" dirty="0"/>
          </a:p>
        </p:txBody>
      </p:sp>
      <p:sp>
        <p:nvSpPr>
          <p:cNvPr id="16" name="Card 163"/>
          <p:cNvSpPr/>
          <p:nvPr/>
        </p:nvSpPr>
        <p:spPr>
          <a:xfrm>
            <a:off x="6126480" y="11887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651760" cy="82296"/>
          </a:xfrm>
          <a:prstGeom prst="rect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49440" y="1554480"/>
            <a:ext cx="1005840" cy="100584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1FB89A"/>
            </a:solidFill>
            <a:prstDash val="solid"/>
          </a:ln>
        </p:spPr>
      </p:sp>
      <p:pic>
        <p:nvPicPr>
          <p:cNvPr id="19" name="Icon 164" descr="FaTachomet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805940"/>
            <a:ext cx="502920" cy="502920"/>
          </a:xfrm>
          <a:prstGeom prst="rect">
            <a:avLst/>
          </a:prstGeom>
        </p:spPr>
      </p:pic>
      <p:sp>
        <p:nvSpPr>
          <p:cNvPr id="20" name="Text 165"/>
          <p:cNvSpPr txBox="1"/>
          <p:nvPr/>
        </p:nvSpPr>
        <p:spPr>
          <a:xfrm>
            <a:off x="621792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B89A"/>
                </a:solidFill>
              </a:rPr>
              <a:t>Change the speed</a:t>
            </a:r>
            <a:endParaRPr lang="en-US" sz="1900" dirty="0"/>
          </a:p>
        </p:txBody>
      </p:sp>
      <p:sp>
        <p:nvSpPr>
          <p:cNvPr id="21" name="Text 166"/>
          <p:cNvSpPr txBox="1"/>
          <p:nvPr/>
        </p:nvSpPr>
        <p:spPr>
          <a:xfrm>
            <a:off x="630936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685"/>
                </a:solidFill>
              </a:rPr>
              <a:t>Not too fast, not too slow.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Slow or fast?</a:t>
            </a:r>
            <a:endParaRPr lang="en-US" sz="2800" dirty="0"/>
          </a:p>
        </p:txBody>
      </p:sp>
      <p:sp>
        <p:nvSpPr>
          <p:cNvPr id="3" name="Accent 167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Card 168"/>
          <p:cNvSpPr/>
          <p:nvPr/>
        </p:nvSpPr>
        <p:spPr>
          <a:xfrm>
            <a:off x="457200" y="118872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1005840" cy="1005840"/>
          </a:xfrm>
          <a:prstGeom prst="ellipse">
            <a:avLst/>
          </a:prstGeom>
          <a:solidFill>
            <a:srgbClr val="4DA3E0"/>
          </a:solidFill>
          <a:ln w="12700">
            <a:solidFill>
              <a:srgbClr val="4DA3E0"/>
            </a:solidFill>
            <a:prstDash val="solid"/>
          </a:ln>
        </p:spPr>
      </p:sp>
      <p:pic>
        <p:nvPicPr>
          <p:cNvPr id="6" name="Icon 169" descr="FaWal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502920" cy="502920"/>
          </a:xfrm>
          <a:prstGeom prst="rect">
            <a:avLst/>
          </a:prstGeom>
        </p:spPr>
      </p:pic>
      <p:sp>
        <p:nvSpPr>
          <p:cNvPr id="7" name="Text 170"/>
          <p:cNvSpPr txBox="1"/>
          <p:nvPr/>
        </p:nvSpPr>
        <p:spPr>
          <a:xfrm>
            <a:off x="19659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DA3E0"/>
                </a:solidFill>
              </a:rPr>
              <a:t>Slow</a:t>
            </a:r>
            <a:endParaRPr lang="en-US" sz="2600" dirty="0"/>
          </a:p>
        </p:txBody>
      </p:sp>
      <p:sp>
        <p:nvSpPr>
          <p:cNvPr id="8" name="Text 171"/>
          <p:cNvSpPr txBox="1"/>
          <p:nvPr/>
        </p:nvSpPr>
        <p:spPr>
          <a:xfrm>
            <a:off x="1965960" y="2148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 can see every move. Good for careful stories.</a:t>
            </a:r>
            <a:endParaRPr lang="en-US" sz="1500" dirty="0"/>
          </a:p>
        </p:txBody>
      </p:sp>
      <p:sp>
        <p:nvSpPr>
          <p:cNvPr id="9" name="Card 172"/>
          <p:cNvSpPr/>
          <p:nvPr/>
        </p:nvSpPr>
        <p:spPr>
          <a:xfrm>
            <a:off x="4663440" y="118872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54480"/>
            <a:ext cx="1005840" cy="100584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1" name="Icon 173" descr="Fa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805940"/>
            <a:ext cx="502920" cy="502920"/>
          </a:xfrm>
          <a:prstGeom prst="rect">
            <a:avLst/>
          </a:prstGeom>
        </p:spPr>
      </p:pic>
      <p:sp>
        <p:nvSpPr>
          <p:cNvPr id="12" name="Text 174"/>
          <p:cNvSpPr txBox="1"/>
          <p:nvPr/>
        </p:nvSpPr>
        <p:spPr>
          <a:xfrm>
            <a:off x="617220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C8A"/>
                </a:solidFill>
              </a:rPr>
              <a:t>Fast</a:t>
            </a:r>
            <a:endParaRPr lang="en-US" sz="2600" dirty="0"/>
          </a:p>
        </p:txBody>
      </p:sp>
      <p:sp>
        <p:nvSpPr>
          <p:cNvPr id="13" name="Text 175"/>
          <p:cNvSpPr txBox="1"/>
          <p:nvPr/>
        </p:nvSpPr>
        <p:spPr>
          <a:xfrm>
            <a:off x="6172200" y="214884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Smooth and quick. Good for chases and races.</a:t>
            </a:r>
            <a:endParaRPr lang="en-US" sz="1500" dirty="0"/>
          </a:p>
        </p:txBody>
      </p:sp>
      <p:sp>
        <p:nvSpPr>
          <p:cNvPr id="14" name="Card 176"/>
          <p:cNvSpPr/>
          <p:nvPr/>
        </p:nvSpPr>
        <p:spPr>
          <a:xfrm>
            <a:off x="457200" y="3749040"/>
            <a:ext cx="8321040" cy="1051560"/>
          </a:xfrm>
          <a:prstGeom prst="roundRect">
            <a:avLst>
              <a:gd name="adj" fmla="val 10435"/>
            </a:avLst>
          </a:prstGeom>
          <a:solidFill>
            <a:srgbClr val="6C63FF"/>
          </a:solidFill>
          <a:ln/>
        </p:spPr>
      </p:sp>
      <p:sp>
        <p:nvSpPr>
          <p:cNvPr id="15" name="Text 177"/>
          <p:cNvSpPr txBox="1"/>
          <p:nvPr/>
        </p:nvSpPr>
        <p:spPr>
          <a:xfrm>
            <a:off x="640080" y="374904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Improve time (17 min): fix it, add more photos, make it better!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8"/>
          <p:cNvSpPr txBox="1"/>
          <p:nvPr/>
        </p:nvSpPr>
        <p:spPr>
          <a:xfrm>
            <a:off x="548640" y="320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Film Premiere!</a:t>
            </a:r>
            <a:endParaRPr lang="en-US" sz="3600" dirty="0"/>
          </a:p>
        </p:txBody>
      </p:sp>
      <p:sp>
        <p:nvSpPr>
          <p:cNvPr id="3" name="Card 179"/>
          <p:cNvSpPr/>
          <p:nvPr/>
        </p:nvSpPr>
        <p:spPr>
          <a:xfrm>
            <a:off x="548640" y="128016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D347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 180" descr="FaEyeSl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72768"/>
            <a:ext cx="329184" cy="329184"/>
          </a:xfrm>
          <a:prstGeom prst="rect">
            <a:avLst/>
          </a:prstGeom>
        </p:spPr>
      </p:pic>
      <p:sp>
        <p:nvSpPr>
          <p:cNvPr id="6" name="Text 181"/>
          <p:cNvSpPr txBox="1"/>
          <p:nvPr/>
        </p:nvSpPr>
        <p:spPr>
          <a:xfrm>
            <a:off x="1737360" y="1280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Quiet eyes while the film plays</a:t>
            </a:r>
            <a:endParaRPr lang="en-US" sz="2200" dirty="0"/>
          </a:p>
        </p:txBody>
      </p:sp>
      <p:sp>
        <p:nvSpPr>
          <p:cNvPr id="7" name="Card 182"/>
          <p:cNvSpPr/>
          <p:nvPr/>
        </p:nvSpPr>
        <p:spPr>
          <a:xfrm>
            <a:off x="548640" y="233172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D3470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con 183" descr="Fa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24328"/>
            <a:ext cx="329184" cy="329184"/>
          </a:xfrm>
          <a:prstGeom prst="rect">
            <a:avLst/>
          </a:prstGeom>
        </p:spPr>
      </p:pic>
      <p:sp>
        <p:nvSpPr>
          <p:cNvPr id="10" name="Text 184"/>
          <p:cNvSpPr txBox="1"/>
          <p:nvPr/>
        </p:nvSpPr>
        <p:spPr>
          <a:xfrm>
            <a:off x="1737360" y="23317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Kind comments only</a:t>
            </a:r>
            <a:endParaRPr lang="en-US" sz="2200" dirty="0"/>
          </a:p>
        </p:txBody>
      </p:sp>
      <p:sp>
        <p:nvSpPr>
          <p:cNvPr id="11" name="Card 185"/>
          <p:cNvSpPr/>
          <p:nvPr/>
        </p:nvSpPr>
        <p:spPr>
          <a:xfrm>
            <a:off x="548640" y="338328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3D3470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con 186" descr="FaSignOu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75888"/>
            <a:ext cx="329184" cy="329184"/>
          </a:xfrm>
          <a:prstGeom prst="rect">
            <a:avLst/>
          </a:prstGeom>
        </p:spPr>
      </p:pic>
      <p:sp>
        <p:nvSpPr>
          <p:cNvPr id="14" name="Text 187"/>
          <p:cNvSpPr txBox="1"/>
          <p:nvPr/>
        </p:nvSpPr>
        <p:spPr>
          <a:xfrm>
            <a:off x="1737360" y="33832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Wait until the end to clap</a:t>
            </a:r>
            <a:endParaRPr lang="en-US" sz="22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Two stars and a wish</a:t>
            </a:r>
            <a:endParaRPr lang="en-US" sz="2800" dirty="0"/>
          </a:p>
        </p:txBody>
      </p:sp>
      <p:sp>
        <p:nvSpPr>
          <p:cNvPr id="3" name="Accent 188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Card 189"/>
          <p:cNvSpPr/>
          <p:nvPr/>
        </p:nvSpPr>
        <p:spPr>
          <a:xfrm>
            <a:off x="45720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417320"/>
            <a:ext cx="1097280" cy="10972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6" name="Icon 190" descr="FaS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91640"/>
            <a:ext cx="548640" cy="548640"/>
          </a:xfrm>
          <a:prstGeom prst="rect">
            <a:avLst/>
          </a:prstGeom>
        </p:spPr>
      </p:pic>
      <p:sp>
        <p:nvSpPr>
          <p:cNvPr id="7" name="Text 191"/>
          <p:cNvSpPr txBox="1"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A00"/>
                </a:solidFill>
              </a:rPr>
              <a:t>Star 1</a:t>
            </a:r>
            <a:endParaRPr lang="en-US" sz="2200" dirty="0"/>
          </a:p>
        </p:txBody>
      </p:sp>
      <p:sp>
        <p:nvSpPr>
          <p:cNvPr id="8" name="Text 192"/>
          <p:cNvSpPr txBox="1"/>
          <p:nvPr/>
        </p:nvSpPr>
        <p:spPr>
          <a:xfrm>
            <a:off x="59436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685"/>
                </a:solidFill>
              </a:rPr>
              <a:t>Something I liked</a:t>
            </a:r>
            <a:endParaRPr lang="en-US" sz="1500" dirty="0"/>
          </a:p>
        </p:txBody>
      </p:sp>
      <p:sp>
        <p:nvSpPr>
          <p:cNvPr id="9" name="Card 193"/>
          <p:cNvSpPr/>
          <p:nvPr/>
        </p:nvSpPr>
        <p:spPr>
          <a:xfrm>
            <a:off x="329184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417320"/>
            <a:ext cx="1097280" cy="109728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pic>
        <p:nvPicPr>
          <p:cNvPr id="11" name="Icon 194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548640" cy="548640"/>
          </a:xfrm>
          <a:prstGeom prst="rect">
            <a:avLst/>
          </a:prstGeom>
        </p:spPr>
      </p:pic>
      <p:sp>
        <p:nvSpPr>
          <p:cNvPr id="12" name="Text 195"/>
          <p:cNvSpPr txBox="1"/>
          <p:nvPr/>
        </p:nvSpPr>
        <p:spPr>
          <a:xfrm>
            <a:off x="33832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A00"/>
                </a:solidFill>
              </a:rPr>
              <a:t>Star 2</a:t>
            </a:r>
            <a:endParaRPr lang="en-US" sz="2200" dirty="0"/>
          </a:p>
        </p:txBody>
      </p:sp>
      <p:sp>
        <p:nvSpPr>
          <p:cNvPr id="13" name="Text 196"/>
          <p:cNvSpPr txBox="1"/>
          <p:nvPr/>
        </p:nvSpPr>
        <p:spPr>
          <a:xfrm>
            <a:off x="342900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685"/>
                </a:solidFill>
              </a:rPr>
              <a:t>Something I liked</a:t>
            </a:r>
            <a:endParaRPr lang="en-US" sz="1500" dirty="0"/>
          </a:p>
        </p:txBody>
      </p:sp>
      <p:sp>
        <p:nvSpPr>
          <p:cNvPr id="14" name="Card 197"/>
          <p:cNvSpPr/>
          <p:nvPr/>
        </p:nvSpPr>
        <p:spPr>
          <a:xfrm>
            <a:off x="6126480" y="118872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03720" y="1417320"/>
            <a:ext cx="1097280" cy="109728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pic>
        <p:nvPicPr>
          <p:cNvPr id="16" name="Icon 198" descr="FaMag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548640" cy="548640"/>
          </a:xfrm>
          <a:prstGeom prst="rect">
            <a:avLst/>
          </a:prstGeom>
        </p:spPr>
      </p:pic>
      <p:sp>
        <p:nvSpPr>
          <p:cNvPr id="17" name="Text 199"/>
          <p:cNvSpPr txBox="1"/>
          <p:nvPr/>
        </p:nvSpPr>
        <p:spPr>
          <a:xfrm>
            <a:off x="621792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C8A"/>
                </a:solidFill>
              </a:rPr>
              <a:t>Wish</a:t>
            </a:r>
            <a:endParaRPr lang="en-US" sz="2200" dirty="0"/>
          </a:p>
        </p:txBody>
      </p:sp>
      <p:sp>
        <p:nvSpPr>
          <p:cNvPr id="18" name="Text 200"/>
          <p:cNvSpPr txBox="1"/>
          <p:nvPr/>
        </p:nvSpPr>
        <p:spPr>
          <a:xfrm>
            <a:off x="62636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685"/>
                </a:solidFill>
              </a:rPr>
              <a:t>One thing to make better</a:t>
            </a:r>
            <a:endParaRPr lang="en-US" sz="1500" dirty="0"/>
          </a:p>
        </p:txBody>
      </p:sp>
      <p:sp>
        <p:nvSpPr>
          <p:cNvPr id="19" name="Card 201"/>
          <p:cNvSpPr/>
          <p:nvPr/>
        </p:nvSpPr>
        <p:spPr>
          <a:xfrm>
            <a:off x="457200" y="3931920"/>
            <a:ext cx="8321040" cy="868680"/>
          </a:xfrm>
          <a:prstGeom prst="roundRect">
            <a:avLst>
              <a:gd name="adj" fmla="val 12632"/>
            </a:avLst>
          </a:prstGeom>
          <a:solidFill>
            <a:srgbClr val="FFF1D6"/>
          </a:solidFill>
          <a:ln/>
        </p:spPr>
      </p:sp>
      <p:sp>
        <p:nvSpPr>
          <p:cNvPr id="20" name="Text 202"/>
          <p:cNvSpPr txBox="1"/>
          <p:nvPr/>
        </p:nvSpPr>
        <p:spPr>
          <a:xfrm>
            <a:off x="457200" y="393192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5A00"/>
                </a:solidFill>
              </a:rPr>
              <a:t>Say: “I liked… I wish…”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 can…</a:t>
            </a:r>
            <a:endParaRPr lang="en-US" sz="2800" dirty="0"/>
          </a:p>
        </p:txBody>
      </p:sp>
      <p:sp>
        <p:nvSpPr>
          <p:cNvPr id="3" name="Accent 203"/>
          <p:cNvSpPr/>
          <p:nvPr/>
        </p:nvSpPr>
        <p:spPr>
          <a:xfrm>
            <a:off x="0" y="256032"/>
            <a:ext cx="16459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Card 204"/>
          <p:cNvSpPr/>
          <p:nvPr/>
        </p:nvSpPr>
        <p:spPr>
          <a:xfrm>
            <a:off x="457200" y="1188720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con 205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7" name="Text 206"/>
          <p:cNvSpPr txBox="1"/>
          <p:nvPr/>
        </p:nvSpPr>
        <p:spPr>
          <a:xfrm>
            <a:off x="1463040" y="11887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can take lots of photos with a tablet</a:t>
            </a:r>
            <a:endParaRPr lang="en-US" sz="1900" dirty="0"/>
          </a:p>
        </p:txBody>
      </p:sp>
      <p:sp>
        <p:nvSpPr>
          <p:cNvPr id="8" name="Card 207"/>
          <p:cNvSpPr/>
          <p:nvPr/>
        </p:nvSpPr>
        <p:spPr>
          <a:xfrm>
            <a:off x="457200" y="2121408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258568"/>
            <a:ext cx="548640" cy="5486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con 208" descr="FaFil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95728"/>
            <a:ext cx="274320" cy="274320"/>
          </a:xfrm>
          <a:prstGeom prst="rect">
            <a:avLst/>
          </a:prstGeom>
        </p:spPr>
      </p:pic>
      <p:sp>
        <p:nvSpPr>
          <p:cNvPr id="11" name="Text 209"/>
          <p:cNvSpPr txBox="1"/>
          <p:nvPr/>
        </p:nvSpPr>
        <p:spPr>
          <a:xfrm>
            <a:off x="1463040" y="212140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can say a film is made of lots of pictures</a:t>
            </a:r>
            <a:endParaRPr lang="en-US" sz="1900" dirty="0"/>
          </a:p>
        </p:txBody>
      </p:sp>
      <p:sp>
        <p:nvSpPr>
          <p:cNvPr id="12" name="Card 210"/>
          <p:cNvSpPr/>
          <p:nvPr/>
        </p:nvSpPr>
        <p:spPr>
          <a:xfrm>
            <a:off x="457200" y="3054096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3191256"/>
            <a:ext cx="548640" cy="548640"/>
          </a:xfrm>
          <a:prstGeom prst="ellipse">
            <a:avLst/>
          </a:prstGeom>
          <a:solidFill>
            <a:srgbClr val="1FB89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con 211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28416"/>
            <a:ext cx="274320" cy="274320"/>
          </a:xfrm>
          <a:prstGeom prst="rect">
            <a:avLst/>
          </a:prstGeom>
        </p:spPr>
      </p:pic>
      <p:sp>
        <p:nvSpPr>
          <p:cNvPr id="15" name="Text 212"/>
          <p:cNvSpPr txBox="1"/>
          <p:nvPr/>
        </p:nvSpPr>
        <p:spPr>
          <a:xfrm>
            <a:off x="1463040" y="3054096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can work with a partner and take turns</a:t>
            </a:r>
            <a:endParaRPr lang="en-US" sz="1900" dirty="0"/>
          </a:p>
        </p:txBody>
      </p:sp>
      <p:sp>
        <p:nvSpPr>
          <p:cNvPr id="16" name="Card 213"/>
          <p:cNvSpPr/>
          <p:nvPr/>
        </p:nvSpPr>
        <p:spPr>
          <a:xfrm>
            <a:off x="457200" y="3986784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2B225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4123944"/>
            <a:ext cx="548640" cy="548640"/>
          </a:xfrm>
          <a:prstGeom prst="ellipse">
            <a:avLst/>
          </a:prstGeom>
          <a:solidFill>
            <a:srgbClr val="FF9A3D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con 214" descr="FaS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61104"/>
            <a:ext cx="274320" cy="274320"/>
          </a:xfrm>
          <a:prstGeom prst="rect">
            <a:avLst/>
          </a:prstGeom>
        </p:spPr>
      </p:pic>
      <p:sp>
        <p:nvSpPr>
          <p:cNvPr id="19" name="Text 215"/>
          <p:cNvSpPr txBox="1"/>
          <p:nvPr/>
        </p:nvSpPr>
        <p:spPr>
          <a:xfrm>
            <a:off x="1463040" y="3986784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 can say what I like about a film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p-Motion Studio">
  <a:themeElements>
    <a:clrScheme name="Stop-Motion Studio">
      <a:dk1>
        <a:srgbClr val="2B2250"/>
      </a:dk1>
      <a:lt1>
        <a:srgbClr val="FFFFFF"/>
      </a:lt1>
      <a:dk2>
        <a:srgbClr val="3D3470"/>
      </a:dk2>
      <a:lt2>
        <a:srgbClr val="FFF8FB"/>
      </a:lt2>
      <a:accent1>
        <a:srgbClr val="1FB89A"/>
      </a:accent1>
      <a:accent2>
        <a:srgbClr val="FF9A3D"/>
      </a:accent2>
      <a:accent3>
        <a:srgbClr val="FF5C8A"/>
      </a:accent3>
      <a:accent4>
        <a:srgbClr val="4DA3E0"/>
      </a:accent4>
      <a:accent5>
        <a:srgbClr val="FFD23F"/>
      </a:accent5>
      <a:accent6>
        <a:srgbClr val="6B6685"/>
      </a:accent6>
      <a:hlink>
        <a:srgbClr val="4DA3E0"/>
      </a:hlink>
      <a:folHlink>
        <a:srgbClr val="6B6685"/>
      </a:folHlink>
    </a:clrScheme>
    <a:fontScheme name="Stop-Motion Stud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Stop-Motion Studio</dc:title>
  <dc:subject>PptxGenJS Presentation</dc:subject>
  <dc:creator>ICT</dc:creator>
  <cp:lastModifiedBy>ICT</cp:lastModifiedBy>
  <cp:revision>1</cp:revision>
  <dcterms:created xsi:type="dcterms:W3CDTF">2026-10-11T17:46:49Z</dcterms:created>
  <dcterms:modified xsi:type="dcterms:W3CDTF">2026-10-11T17:46:49Z</dcterms:modified>
</cp:coreProperties>
</file>