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Teacher: ask who has lost a file before. Folders stop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this plan on the board all lesson. Tick each step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school computers File Explorer is the yellow folder icon in the taskbar.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Right-click = press the right mouse button. On a touchpad: two fingers. Change Y3 to the class (Y4,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opens a Save box next. This is where the pupils choose the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Save box does not open, the browser may save to Downloads. Then pupils drag the file from Downloads into their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 + S saves. Pupils press it every few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around. Pupils who finish help a neighbour (not touch their mouse!).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 1"/>
          <p:cNvSpPr/>
          <p:nvPr/>
        </p:nvSpPr>
        <p:spPr>
          <a:xfrm>
            <a:off x="6035040" y="457200"/>
            <a:ext cx="3840480" cy="38404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Blob 2"/>
          <p:cNvSpPr/>
          <p:nvPr/>
        </p:nvSpPr>
        <p:spPr>
          <a:xfrm>
            <a:off x="7223760" y="2926080"/>
            <a:ext cx="2926080" cy="2926080"/>
          </a:xfrm>
          <a:prstGeom prst="ellipse">
            <a:avLst/>
          </a:prstGeom>
          <a:solidFill>
            <a:srgbClr val="3D3470"/>
          </a:solidFill>
          <a:ln w="12700">
            <a:solidFill>
              <a:srgbClr val="3D3470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Folder, My Work</a:t>
            </a:r>
            <a:endParaRPr lang="en-US" sz="4400" dirty="0"/>
          </a:p>
        </p:txBody>
      </p:sp>
      <p:sp>
        <p:nvSpPr>
          <p:cNvPr id="5" name="Text 4"/>
          <p:cNvSpPr txBox="1"/>
          <p:nvPr/>
        </p:nvSpPr>
        <p:spPr>
          <a:xfrm>
            <a:off x="54864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download a file and save it in YOUR own folder</a:t>
            </a:r>
            <a:endParaRPr lang="en-US" sz="2000" dirty="0"/>
          </a:p>
        </p:txBody>
      </p:sp>
      <p:pic>
        <p:nvPicPr>
          <p:cNvPr id="6" name="Icon 5" descr="Fa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822960" cy="822960"/>
          </a:xfrm>
          <a:prstGeom prst="rect">
            <a:avLst/>
          </a:prstGeom>
        </p:spPr>
      </p:pic>
      <p:pic>
        <p:nvPicPr>
          <p:cNvPr id="7" name="Icon 6" descr="Fa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685800"/>
            <a:ext cx="822960" cy="822960"/>
          </a:xfrm>
          <a:prstGeom prst="rect">
            <a:avLst/>
          </a:prstGeom>
        </p:spPr>
      </p:pic>
      <p:pic>
        <p:nvPicPr>
          <p:cNvPr id="8" name="Icon 7" descr="FaFileW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822960" cy="822960"/>
          </a:xfrm>
          <a:prstGeom prst="rect">
            <a:avLst/>
          </a:prstGeom>
        </p:spPr>
      </p:pic>
      <p:pic>
        <p:nvPicPr>
          <p:cNvPr id="9" name="Icon 8" descr="FaSa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65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folders?</a:t>
            </a:r>
            <a:endParaRPr lang="en-US" sz="3000" dirty="0"/>
          </a:p>
        </p:txBody>
      </p:sp>
      <p:sp>
        <p:nvSpPr>
          <p:cNvPr id="4" name="Card 11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12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3400" dirty="0"/>
          </a:p>
        </p:txBody>
      </p:sp>
      <p:sp>
        <p:nvSpPr>
          <p:cNvPr id="6" name="Text 13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are drawers in a cupboard</a:t>
            </a:r>
            <a:endParaRPr lang="en-US" sz="2000" dirty="0"/>
          </a:p>
        </p:txBody>
      </p:sp>
      <p:sp>
        <p:nvSpPr>
          <p:cNvPr id="7" name="Text 14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drawer: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maths.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drawer: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computing.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folder: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work, so it is easy to find!</a:t>
            </a:r>
            <a:endParaRPr lang="en-US" sz="1800" dirty="0"/>
          </a:p>
        </p:txBody>
      </p:sp>
      <p:sp>
        <p:nvSpPr>
          <p:cNvPr id="8" name="Card 15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16" descr="Cupboard with labelled draw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easy steps</a:t>
            </a:r>
            <a:endParaRPr lang="en-US" sz="3000" dirty="0"/>
          </a:p>
        </p:txBody>
      </p:sp>
      <p:sp>
        <p:nvSpPr>
          <p:cNvPr id="4" name="Card 19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0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3400" dirty="0"/>
          </a:p>
        </p:txBody>
      </p:sp>
      <p:sp>
        <p:nvSpPr>
          <p:cNvPr id="6" name="Text 21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numbers, one at a time</a:t>
            </a:r>
            <a:endParaRPr lang="en-US" sz="2000" dirty="0"/>
          </a:p>
        </p:txBody>
      </p:sp>
      <p:sp>
        <p:nvSpPr>
          <p:cNvPr id="7" name="Text 22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Download.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folder and Save.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from your folder.</a:t>
            </a:r>
            <a:endParaRPr lang="en-US" sz="1800" dirty="0"/>
          </a:p>
        </p:txBody>
      </p:sp>
      <p:sp>
        <p:nvSpPr>
          <p:cNvPr id="8" name="Card 23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4" descr="Five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Documents</a:t>
            </a:r>
            <a:endParaRPr lang="en-US" sz="3000" dirty="0"/>
          </a:p>
        </p:txBody>
      </p:sp>
      <p:sp>
        <p:nvSpPr>
          <p:cNvPr id="4" name="Card 27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8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3400" dirty="0"/>
          </a:p>
        </p:txBody>
      </p:sp>
      <p:sp>
        <p:nvSpPr>
          <p:cNvPr id="6" name="Text 29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home for all your folders</a:t>
            </a:r>
            <a:endParaRPr lang="en-US" sz="2000" dirty="0"/>
          </a:p>
        </p:txBody>
      </p:sp>
      <p:sp>
        <p:nvSpPr>
          <p:cNvPr id="7" name="Text 30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folder on the taskbar.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on the left.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we keep our own work.</a:t>
            </a:r>
            <a:endParaRPr lang="en-US" sz="1800" dirty="0"/>
          </a:p>
        </p:txBody>
      </p:sp>
      <p:sp>
        <p:nvSpPr>
          <p:cNvPr id="8" name="Card 31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32" descr="File Explorer with Documents highligh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3" name="Text 3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Make your folder</a:t>
            </a:r>
            <a:endParaRPr lang="en-US" sz="3000" dirty="0"/>
          </a:p>
        </p:txBody>
      </p:sp>
      <p:sp>
        <p:nvSpPr>
          <p:cNvPr id="4" name="Card 35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FB89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36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</a:t>
            </a:r>
            <a:endParaRPr lang="en-US" sz="3400" dirty="0"/>
          </a:p>
        </p:txBody>
      </p:sp>
      <p:sp>
        <p:nvSpPr>
          <p:cNvPr id="6" name="Text 37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Right-click, New, Folder</a:t>
            </a:r>
            <a:endParaRPr lang="en-US" sz="2000" dirty="0"/>
          </a:p>
        </p:txBody>
      </p:sp>
      <p:sp>
        <p:nvSpPr>
          <p:cNvPr id="7" name="Text 38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empty white space.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then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Y3-Ali (class + your name).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Enter.</a:t>
            </a:r>
            <a:endParaRPr lang="en-US" sz="1800" dirty="0"/>
          </a:p>
        </p:txBody>
      </p:sp>
      <p:sp>
        <p:nvSpPr>
          <p:cNvPr id="8" name="Card 39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40" descr="Right-click menu and new folder named Y3-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41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42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Press Download</a:t>
            </a:r>
            <a:endParaRPr lang="en-US" sz="3000" dirty="0"/>
          </a:p>
        </p:txBody>
      </p:sp>
      <p:sp>
        <p:nvSpPr>
          <p:cNvPr id="4" name="Card 43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44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3400" dirty="0"/>
          </a:p>
        </p:txBody>
      </p:sp>
      <p:sp>
        <p:nvSpPr>
          <p:cNvPr id="6" name="Text 45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file from the Work Area</a:t>
            </a:r>
            <a:endParaRPr lang="en-US" sz="2000" dirty="0"/>
          </a:p>
        </p:txBody>
      </p:sp>
      <p:sp>
        <p:nvSpPr>
          <p:cNvPr id="7" name="Text 46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 Work Area page.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file.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orange Download button.</a:t>
            </a:r>
            <a:endParaRPr lang="en-US" sz="1800" dirty="0"/>
          </a:p>
        </p:txBody>
      </p:sp>
      <p:sp>
        <p:nvSpPr>
          <p:cNvPr id="8" name="Card 47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48" descr="Download button on the Work Area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4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5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Choose where to save</a:t>
            </a:r>
            <a:endParaRPr lang="en-US" sz="3000" dirty="0"/>
          </a:p>
        </p:txBody>
      </p:sp>
      <p:sp>
        <p:nvSpPr>
          <p:cNvPr id="4" name="Card 51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52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</a:t>
            </a:r>
            <a:endParaRPr lang="en-US" sz="3400" dirty="0"/>
          </a:p>
        </p:txBody>
      </p:sp>
      <p:sp>
        <p:nvSpPr>
          <p:cNvPr id="6" name="Text 53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box that asks: where should it go?</a:t>
            </a:r>
            <a:endParaRPr lang="en-US" sz="2000" dirty="0"/>
          </a:p>
        </p:txBody>
      </p:sp>
      <p:sp>
        <p:nvSpPr>
          <p:cNvPr id="7" name="Text 54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top: click Documents, then YOUR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file name.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Save!</a:t>
            </a:r>
            <a:endParaRPr lang="en-US" sz="1800" dirty="0"/>
          </a:p>
        </p:txBody>
      </p:sp>
      <p:sp>
        <p:nvSpPr>
          <p:cNvPr id="8" name="Card 55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56" descr="Save As box with three numbered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5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5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Find it again</a:t>
            </a:r>
            <a:endParaRPr lang="en-US" sz="3000" dirty="0"/>
          </a:p>
        </p:txBody>
      </p:sp>
      <p:sp>
        <p:nvSpPr>
          <p:cNvPr id="4" name="Card 59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60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</a:t>
            </a:r>
            <a:endParaRPr lang="en-US" sz="3400" dirty="0"/>
          </a:p>
        </p:txBody>
      </p:sp>
      <p:sp>
        <p:nvSpPr>
          <p:cNvPr id="6" name="Text 61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folder, double-click your file</a:t>
            </a:r>
            <a:endParaRPr lang="en-US" sz="2000" dirty="0"/>
          </a:p>
        </p:txBody>
      </p:sp>
      <p:sp>
        <p:nvSpPr>
          <p:cNvPr id="7" name="Text 62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then your folder.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to open it.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save again with Ctrl + S.</a:t>
            </a:r>
            <a:endParaRPr lang="en-US" sz="1800" dirty="0"/>
          </a:p>
        </p:txBody>
      </p:sp>
      <p:sp>
        <p:nvSpPr>
          <p:cNvPr id="8" name="Card 63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64" descr="Folder with a Word file in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6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3" name="Text 6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names help</a:t>
            </a:r>
            <a:endParaRPr lang="en-US" sz="3000" dirty="0"/>
          </a:p>
        </p:txBody>
      </p:sp>
      <p:sp>
        <p:nvSpPr>
          <p:cNvPr id="4" name="Card 67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68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3400" dirty="0"/>
          </a:p>
        </p:txBody>
      </p:sp>
      <p:sp>
        <p:nvSpPr>
          <p:cNvPr id="6" name="Text 69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name is short and has MY name</a:t>
            </a:r>
            <a:endParaRPr lang="en-US" sz="2000" dirty="0"/>
          </a:p>
        </p:txBody>
      </p:sp>
      <p:sp>
        <p:nvSpPr>
          <p:cNvPr id="7" name="Text 70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name, like Y3-Ali.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name to the end.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 (7) or random letters.</a:t>
            </a:r>
            <a:endParaRPr lang="en-US" sz="1800" dirty="0"/>
          </a:p>
        </p:txBody>
      </p:sp>
      <p:sp>
        <p:nvSpPr>
          <p:cNvPr id="8" name="Card 71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72" descr="Good and bad file n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7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7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75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save our work?</a:t>
            </a:r>
            <a:endParaRPr lang="en-US" sz="2600" dirty="0"/>
          </a:p>
        </p:txBody>
      </p:sp>
      <p:sp>
        <p:nvSpPr>
          <p:cNvPr id="5" name="Card 76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77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78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79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desktop, anywhere</a:t>
            </a:r>
            <a:endParaRPr lang="en-US" sz="2200" dirty="0"/>
          </a:p>
        </p:txBody>
      </p:sp>
      <p:sp>
        <p:nvSpPr>
          <p:cNvPr id="9" name="Card 80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81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2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83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folder inside Documents</a:t>
            </a:r>
            <a:endParaRPr lang="en-US" sz="2200" dirty="0"/>
          </a:p>
        </p:txBody>
      </p:sp>
      <p:sp>
        <p:nvSpPr>
          <p:cNvPr id="13" name="Card 84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85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86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87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someone else’s folder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88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8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90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save our work?</a:t>
            </a:r>
            <a:endParaRPr lang="en-US" sz="2600" dirty="0"/>
          </a:p>
        </p:txBody>
      </p:sp>
      <p:sp>
        <p:nvSpPr>
          <p:cNvPr id="5" name="Card 91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92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93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94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desktop, anywhere</a:t>
            </a:r>
            <a:endParaRPr lang="en-US" sz="2200" dirty="0"/>
          </a:p>
        </p:txBody>
      </p:sp>
      <p:sp>
        <p:nvSpPr>
          <p:cNvPr id="9" name="Card 95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96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7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98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folder inside Documents</a:t>
            </a:r>
            <a:endParaRPr lang="en-US" sz="2200" dirty="0"/>
          </a:p>
        </p:txBody>
      </p:sp>
      <p:sp>
        <p:nvSpPr>
          <p:cNvPr id="13" name="Card 99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00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1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02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someone else’s folder</a:t>
            </a:r>
            <a:endParaRPr lang="en-US" sz="2200" dirty="0"/>
          </a:p>
        </p:txBody>
      </p:sp>
      <p:sp>
        <p:nvSpPr>
          <p:cNvPr id="17" name="Text 10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own folder, in Documents.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0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10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106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button do we press to get the file from the Work Area?</a:t>
            </a:r>
            <a:endParaRPr lang="en-US" sz="2600" dirty="0"/>
          </a:p>
        </p:txBody>
      </p:sp>
      <p:sp>
        <p:nvSpPr>
          <p:cNvPr id="5" name="Card 107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108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09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110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2200" dirty="0"/>
          </a:p>
        </p:txBody>
      </p:sp>
      <p:sp>
        <p:nvSpPr>
          <p:cNvPr id="9" name="Card 111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112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13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14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2200" dirty="0"/>
          </a:p>
        </p:txBody>
      </p:sp>
      <p:sp>
        <p:nvSpPr>
          <p:cNvPr id="13" name="Card 115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16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7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18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1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12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121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button do we press to get the file from the Work Area?</a:t>
            </a:r>
            <a:endParaRPr lang="en-US" sz="2600" dirty="0"/>
          </a:p>
        </p:txBody>
      </p:sp>
      <p:sp>
        <p:nvSpPr>
          <p:cNvPr id="5" name="Card 122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123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24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125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2200" dirty="0"/>
          </a:p>
        </p:txBody>
      </p:sp>
      <p:sp>
        <p:nvSpPr>
          <p:cNvPr id="9" name="Card 126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127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28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29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2200" dirty="0"/>
          </a:p>
        </p:txBody>
      </p:sp>
      <p:sp>
        <p:nvSpPr>
          <p:cNvPr id="13" name="Card 130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31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2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33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  <p:sp>
        <p:nvSpPr>
          <p:cNvPr id="17" name="Text 13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starts the Save As box.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3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3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Do it yourself!</a:t>
            </a:r>
            <a:endParaRPr lang="en-US" sz="3000" dirty="0"/>
          </a:p>
        </p:txBody>
      </p:sp>
      <p:sp>
        <p:nvSpPr>
          <p:cNvPr id="4" name="Tag 137"/>
          <p:cNvSpPr/>
          <p:nvPr/>
        </p:nvSpPr>
        <p:spPr>
          <a:xfrm>
            <a:off x="7223760" y="3840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5" name="Text 138"/>
          <p:cNvSpPr txBox="1"/>
          <p:nvPr/>
        </p:nvSpPr>
        <p:spPr>
          <a:xfrm>
            <a:off x="7223760" y="384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600" dirty="0"/>
          </a:p>
        </p:txBody>
      </p:sp>
      <p:sp>
        <p:nvSpPr>
          <p:cNvPr id="6" name="Card 139"/>
          <p:cNvSpPr/>
          <p:nvPr/>
        </p:nvSpPr>
        <p:spPr>
          <a:xfrm>
            <a:off x="457200" y="118872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Dot 140"/>
          <p:cNvSpPr/>
          <p:nvPr/>
        </p:nvSpPr>
        <p:spPr>
          <a:xfrm>
            <a:off x="594360" y="135102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141"/>
          <p:cNvSpPr txBox="1"/>
          <p:nvPr/>
        </p:nvSpPr>
        <p:spPr>
          <a:xfrm>
            <a:off x="594360" y="13510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142"/>
          <p:cNvSpPr txBox="1"/>
          <p:nvPr/>
        </p:nvSpPr>
        <p:spPr>
          <a:xfrm>
            <a:off x="1188720" y="118872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Documents.</a:t>
            </a:r>
            <a:endParaRPr lang="en-US" sz="1700" dirty="0"/>
          </a:p>
        </p:txBody>
      </p:sp>
      <p:sp>
        <p:nvSpPr>
          <p:cNvPr id="10" name="Card 143"/>
          <p:cNvSpPr/>
          <p:nvPr/>
        </p:nvSpPr>
        <p:spPr>
          <a:xfrm>
            <a:off x="457200" y="208026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Dot 144"/>
          <p:cNvSpPr/>
          <p:nvPr/>
        </p:nvSpPr>
        <p:spPr>
          <a:xfrm>
            <a:off x="594360" y="224256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45"/>
          <p:cNvSpPr txBox="1"/>
          <p:nvPr/>
        </p:nvSpPr>
        <p:spPr>
          <a:xfrm>
            <a:off x="594360" y="2242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46"/>
          <p:cNvSpPr txBox="1"/>
          <p:nvPr/>
        </p:nvSpPr>
        <p:spPr>
          <a:xfrm>
            <a:off x="1188720" y="208026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 with your class and name.</a:t>
            </a:r>
            <a:endParaRPr lang="en-US" sz="1700" dirty="0"/>
          </a:p>
        </p:txBody>
      </p:sp>
      <p:sp>
        <p:nvSpPr>
          <p:cNvPr id="14" name="Card 147"/>
          <p:cNvSpPr/>
          <p:nvPr/>
        </p:nvSpPr>
        <p:spPr>
          <a:xfrm>
            <a:off x="457200" y="297180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Dot 148"/>
          <p:cNvSpPr/>
          <p:nvPr/>
        </p:nvSpPr>
        <p:spPr>
          <a:xfrm>
            <a:off x="594360" y="313410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9"/>
          <p:cNvSpPr txBox="1"/>
          <p:nvPr/>
        </p:nvSpPr>
        <p:spPr>
          <a:xfrm>
            <a:off x="594360" y="31341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0"/>
          <p:cNvSpPr txBox="1"/>
          <p:nvPr/>
        </p:nvSpPr>
        <p:spPr>
          <a:xfrm>
            <a:off x="1188720" y="297180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today’s task from the Work Area.</a:t>
            </a:r>
            <a:endParaRPr lang="en-US" sz="1700" dirty="0"/>
          </a:p>
        </p:txBody>
      </p:sp>
      <p:sp>
        <p:nvSpPr>
          <p:cNvPr id="18" name="Card 151"/>
          <p:cNvSpPr/>
          <p:nvPr/>
        </p:nvSpPr>
        <p:spPr>
          <a:xfrm>
            <a:off x="457200" y="386334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9" name="Dot 152"/>
          <p:cNvSpPr/>
          <p:nvPr/>
        </p:nvSpPr>
        <p:spPr>
          <a:xfrm>
            <a:off x="594360" y="402564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3"/>
          <p:cNvSpPr txBox="1"/>
          <p:nvPr/>
        </p:nvSpPr>
        <p:spPr>
          <a:xfrm>
            <a:off x="594360" y="4025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54"/>
          <p:cNvSpPr txBox="1"/>
          <p:nvPr/>
        </p:nvSpPr>
        <p:spPr>
          <a:xfrm>
            <a:off x="1188720" y="386334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in YOUR folder, then open it.</a:t>
            </a:r>
            <a:endParaRPr lang="en-US" sz="1700" dirty="0"/>
          </a:p>
        </p:txBody>
      </p:sp>
      <p:sp>
        <p:nvSpPr>
          <p:cNvPr id="22" name="Card 155"/>
          <p:cNvSpPr/>
          <p:nvPr/>
        </p:nvSpPr>
        <p:spPr>
          <a:xfrm>
            <a:off x="4617720" y="1097280"/>
            <a:ext cx="420624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3" name="Picture 156" descr="Activity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88720"/>
            <a:ext cx="402336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5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3" name="Text 15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Check this list</a:t>
            </a:r>
            <a:endParaRPr lang="en-US" sz="3000" dirty="0"/>
          </a:p>
        </p:txBody>
      </p:sp>
      <p:sp>
        <p:nvSpPr>
          <p:cNvPr id="4" name="Card 159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160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CARD</a:t>
            </a:r>
            <a:endParaRPr lang="en-US" sz="3400" dirty="0"/>
          </a:p>
        </p:txBody>
      </p:sp>
      <p:sp>
        <p:nvSpPr>
          <p:cNvPr id="6" name="Text 161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before you put your hand up</a:t>
            </a:r>
            <a:endParaRPr lang="en-US" sz="2000" dirty="0"/>
          </a:p>
        </p:txBody>
      </p:sp>
      <p:sp>
        <p:nvSpPr>
          <p:cNvPr id="7" name="Text 162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slowly.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friend, then your teacher.</a:t>
            </a:r>
            <a:endParaRPr lang="en-US" sz="1800" dirty="0"/>
          </a:p>
        </p:txBody>
      </p:sp>
      <p:sp>
        <p:nvSpPr>
          <p:cNvPr id="8" name="Card 163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164" descr="Help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65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work!</a:t>
            </a:r>
            <a:endParaRPr lang="en-US" sz="4800" dirty="0"/>
          </a:p>
        </p:txBody>
      </p:sp>
      <p:sp>
        <p:nvSpPr>
          <p:cNvPr id="3" name="Text 166"/>
          <p:cNvSpPr txBox="1"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experts. Keep asking questions!</a:t>
            </a:r>
            <a:endParaRPr lang="en-US" sz="2400" dirty="0"/>
          </a:p>
        </p:txBody>
      </p:sp>
      <p:pic>
        <p:nvPicPr>
          <p:cNvPr id="4" name="Icon 167" descr="Fa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657600"/>
            <a:ext cx="731520" cy="731520"/>
          </a:xfrm>
          <a:prstGeom prst="rect">
            <a:avLst/>
          </a:prstGeom>
        </p:spPr>
      </p:pic>
      <p:pic>
        <p:nvPicPr>
          <p:cNvPr id="5" name="Icon 168" descr="Fa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657600"/>
            <a:ext cx="731520" cy="731520"/>
          </a:xfrm>
          <a:prstGeom prst="rect">
            <a:avLst/>
          </a:prstGeom>
        </p:spPr>
      </p:pic>
      <p:pic>
        <p:nvPicPr>
          <p:cNvPr id="6" name="Icon 169" descr="FaS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657600"/>
            <a:ext cx="731520" cy="731520"/>
          </a:xfrm>
          <a:prstGeom prst="rect">
            <a:avLst/>
          </a:prstGeom>
        </p:spPr>
      </p:pic>
      <p:pic>
        <p:nvPicPr>
          <p:cNvPr id="7" name="Icon 170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ve">
  <a:themeElements>
    <a:clrScheme name="Save">
      <a:dk1>
        <a:srgbClr val="2B2250"/>
      </a:dk1>
      <a:lt1>
        <a:srgbClr val="FFFFFF"/>
      </a:lt1>
      <a:dk2>
        <a:srgbClr val="3D3470"/>
      </a:dk2>
      <a:lt2>
        <a:srgbClr val="FFF8FB"/>
      </a:lt2>
      <a:accent1>
        <a:srgbClr val="1FB89A"/>
      </a:accent1>
      <a:accent2>
        <a:srgbClr val="FF9A3D"/>
      </a:accent2>
      <a:accent3>
        <a:srgbClr val="FF5C8A"/>
      </a:accent3>
      <a:accent4>
        <a:srgbClr val="4DA3E0"/>
      </a:accent4>
      <a:accent5>
        <a:srgbClr val="FFD23F"/>
      </a:accent5>
      <a:accent6>
        <a:srgbClr val="6B6685"/>
      </a:accent6>
      <a:hlink>
        <a:srgbClr val="4DA3E0"/>
      </a:hlink>
      <a:folHlink>
        <a:srgbClr val="6B6685"/>
      </a:folHlink>
    </a:clrScheme>
    <a:fontScheme name="Sa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Your Work in Your Own Folder</dc:title>
  <dc:subject>PptxGenJS Presentation</dc:subject>
  <dc:creator>ICT</dc:creator>
  <cp:lastModifiedBy>ICT</cp:lastModifiedBy>
  <cp:revision>1</cp:revision>
  <dcterms:created xsi:type="dcterms:W3CDTF">2026-10-16T07:17:47Z</dcterms:created>
  <dcterms:modified xsi:type="dcterms:W3CDTF">2026-10-16T07:17:47Z</dcterms:modified>
</cp:coreProperties>
</file>