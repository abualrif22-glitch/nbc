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lesson, about 45-60 minutes. Resources: one tablet per child or pair, the Tablet Master Quest game (link on the Game slide), slides 3-11 as a warm-up, and a short quiz. All skills are tablet skills: touch and the on-screen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(about 50 min): Warm-up slides 3-5 (10 min). Finger skills stations slides 6-7 (10 min). Keyboard and fix-it slides 8-9 (10 min). Safety and quiz slides 10-11 (8 min). GAME (15 min). Plenary slides 13-14 (5 min). Lessons 1-6 of the Technology around us unit are covered, with mouse skills turned into finger-touch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Recall Lesson 1: technology is something people made to help us. A tablet, clock and torch are technology; a tree, dog and cloud are not. Ask: How does a tablet help us? (take photos, draw, learn). Quick thumbs-up, thumbs-down game with more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Point to each part on a real tablet. Ask pupils to point to the same part on their own tablet: camera, screen, speaker, power button. Quick-fire: "Show me the camera!" Mouse and keyboard on a computer become touch screen and on-screen keyboard on a tablet.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Lesson 2: switching on and logging in. On the school tablets: press the power button, swipe up, enter the code if needed, then tap an app. Pupils practise on their own tablet.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 Lessons 2 and 3 we learned click, double-click, and click-and-drag with a mouse. On a tablet we use our finger: tap, double-tap, drag. Mime each one together, then pupils try each on their tablet.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Pupils do each challenge on their tablet and show a partner. Check that they touch with one finger and let go cleanly when dragging. Adapt app names to what is on your tablets.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Lesson 4: typing our name and saving. Pupils open the drawing or notes app, tap the text box so the keyboard appears, type their name and tap the save icon (a floppy disk or a tick/save button). Capital letters are fine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Lesson 5: editing text. On a tablet there are no arrow keys on the keyboard, so we TAP between letters to move the text cursor (the blinking line) instead of using the arrow keys. Then use the delete key (backspace) to rub a letter out. Try: CAAT to CAT, DAOG to DOG. Pupils open a saved file and fix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Lesson 6: rules help keep us safe and healthy. Ask why each rule matters, then ask pupils for one more rule. Link to the school IT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Answers: 1 True, 2 False, 3 True, 4 False, 5 True. Ask a pupil to explain each answer. Optionally add more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Pupils open the hub on their tablet, tap Year 1, then Finger &amp; Typing Fun. They use only their finger and the on-screen keyboard, and there is no sound. Levels: tap, double-tap, drag and drop, draw and join the dots, type words, longer words and their name, and fixing writing. Walk round and watch for pupils struggling with double-tap or dragging. Teacher shortcut: add ?level=3 to the web address to jump to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Thumbs up, sideways or down for each statement. Note who needs more practice with each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Praise effort and note something specific each child did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4630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463040"/>
          </a:xfrm>
          <a:prstGeom prst="rect">
            <a:avLst/>
          </a:prstGeom>
          <a:noFill/>
          <a:ln/>
        </p:spPr>
        <p:txBody>
          <a:bodyPr wrap="square" lIns="0" tIns="0" rIns="0" bIns="0" rtlCol="0" anchor="t"/>
          <a:lstStyle/>
          <a:p>
            <a:pPr algn="l" indent="0" marL="0">
              <a:buNone/>
            </a:pPr>
            <a:r>
              <a:rPr lang="en-US" sz="4600" b="1" dirty="0">
                <a:solidFill>
                  <a:schemeClr val="bg1"/>
                </a:solidFill>
              </a:rPr>
              <a:t>Tablet Masters!</a:t>
            </a:r>
            <a:endParaRPr lang="en-US" sz="4600" dirty="0"/>
          </a:p>
        </p:txBody>
      </p:sp>
      <p:sp>
        <p:nvSpPr>
          <p:cNvPr id="3" name="Text 1"/>
          <p:cNvSpPr txBox="1"/>
          <p:nvPr/>
        </p:nvSpPr>
        <p:spPr>
          <a:xfrm>
            <a:off x="548640" y="2286000"/>
            <a:ext cx="4754880" cy="457200"/>
          </a:xfrm>
          <a:prstGeom prst="rect">
            <a:avLst/>
          </a:prstGeom>
          <a:noFill/>
          <a:ln/>
        </p:spPr>
        <p:txBody>
          <a:bodyPr wrap="square" lIns="0" tIns="0" rIns="0" bIns="0" rtlCol="0" anchor="t"/>
          <a:lstStyle/>
          <a:p>
            <a:pPr indent="0" marL="0">
              <a:buNone/>
            </a:pPr>
            <a:r>
              <a:rPr lang="en-US" sz="1800" dirty="0">
                <a:solidFill>
                  <a:srgbClr val="FFD23F"/>
                </a:solidFill>
              </a:rPr>
              <a:t>Year 1 Revision · Show what you know</a:t>
            </a:r>
            <a:endParaRPr lang="en-US" sz="1800" dirty="0"/>
          </a:p>
        </p:txBody>
      </p:sp>
      <p:sp>
        <p:nvSpPr>
          <p:cNvPr id="4" name="Shape 2"/>
          <p:cNvSpPr/>
          <p:nvPr/>
        </p:nvSpPr>
        <p:spPr>
          <a:xfrm>
            <a:off x="5577840" y="1097280"/>
            <a:ext cx="1280160" cy="1280160"/>
          </a:xfrm>
          <a:prstGeom prst="ellipse">
            <a:avLst/>
          </a:prstGeom>
          <a:solidFill>
            <a:srgbClr val="3D3470"/>
          </a:solidFill>
          <a:ln w="38100">
            <a:solidFill>
              <a:srgbClr val="4DA3E0"/>
            </a:solidFill>
            <a:prstDash val="solid"/>
          </a:ln>
        </p:spPr>
      </p:sp>
      <p:pic>
        <p:nvPicPr>
          <p:cNvPr id="5" name="Icon 2" descr="FaTabletAlt">    </p:cNvPr>
          <p:cNvPicPr>
            <a:picLocks noChangeAspect="1"/>
          </p:cNvPicPr>
          <p:nvPr/>
        </p:nvPicPr>
        <p:blipFill>
          <a:blip r:embed="rId1"/>
          <a:stretch>
            <a:fillRect/>
          </a:stretch>
        </p:blipFill>
        <p:spPr>
          <a:xfrm>
            <a:off x="5897880" y="1417320"/>
            <a:ext cx="640080" cy="640080"/>
          </a:xfrm>
          <a:prstGeom prst="rect">
            <a:avLst/>
          </a:prstGeom>
        </p:spPr>
      </p:pic>
      <p:sp>
        <p:nvSpPr>
          <p:cNvPr id="6" name="Shape 3"/>
          <p:cNvSpPr/>
          <p:nvPr/>
        </p:nvSpPr>
        <p:spPr>
          <a:xfrm>
            <a:off x="7132320" y="1097280"/>
            <a:ext cx="1280160" cy="1280160"/>
          </a:xfrm>
          <a:prstGeom prst="ellipse">
            <a:avLst/>
          </a:prstGeom>
          <a:solidFill>
            <a:srgbClr val="3D3470"/>
          </a:solidFill>
          <a:ln w="38100">
            <a:solidFill>
              <a:srgbClr val="FF9A3D"/>
            </a:solidFill>
            <a:prstDash val="solid"/>
          </a:ln>
        </p:spPr>
      </p:sp>
      <p:pic>
        <p:nvPicPr>
          <p:cNvPr id="7" name="Icon 3" descr="FaHandPointUp">    </p:cNvPr>
          <p:cNvPicPr>
            <a:picLocks noChangeAspect="1"/>
          </p:cNvPicPr>
          <p:nvPr/>
        </p:nvPicPr>
        <p:blipFill>
          <a:blip r:embed="rId2"/>
          <a:stretch>
            <a:fillRect/>
          </a:stretch>
        </p:blipFill>
        <p:spPr>
          <a:xfrm>
            <a:off x="7452360" y="1417320"/>
            <a:ext cx="640080" cy="640080"/>
          </a:xfrm>
          <a:prstGeom prst="rect">
            <a:avLst/>
          </a:prstGeom>
        </p:spPr>
      </p:pic>
      <p:sp>
        <p:nvSpPr>
          <p:cNvPr id="8" name="Shape 4"/>
          <p:cNvSpPr/>
          <p:nvPr/>
        </p:nvSpPr>
        <p:spPr>
          <a:xfrm>
            <a:off x="5577840" y="2651760"/>
            <a:ext cx="1280160" cy="1280160"/>
          </a:xfrm>
          <a:prstGeom prst="ellipse">
            <a:avLst/>
          </a:prstGeom>
          <a:solidFill>
            <a:srgbClr val="3D3470"/>
          </a:solidFill>
          <a:ln w="38100">
            <a:solidFill>
              <a:srgbClr val="FF5C8A"/>
            </a:solidFill>
            <a:prstDash val="solid"/>
          </a:ln>
        </p:spPr>
      </p:sp>
      <p:pic>
        <p:nvPicPr>
          <p:cNvPr id="9" name="Icon 4" descr="FaKeyboard">    </p:cNvPr>
          <p:cNvPicPr>
            <a:picLocks noChangeAspect="1"/>
          </p:cNvPicPr>
          <p:nvPr/>
        </p:nvPicPr>
        <p:blipFill>
          <a:blip r:embed="rId3"/>
          <a:stretch>
            <a:fillRect/>
          </a:stretch>
        </p:blipFill>
        <p:spPr>
          <a:xfrm>
            <a:off x="5897880" y="2971800"/>
            <a:ext cx="640080" cy="640080"/>
          </a:xfrm>
          <a:prstGeom prst="rect">
            <a:avLst/>
          </a:prstGeom>
        </p:spPr>
      </p:pic>
      <p:sp>
        <p:nvSpPr>
          <p:cNvPr id="10" name="Shape 5"/>
          <p:cNvSpPr/>
          <p:nvPr/>
        </p:nvSpPr>
        <p:spPr>
          <a:xfrm>
            <a:off x="7132320" y="2651760"/>
            <a:ext cx="1280160" cy="1280160"/>
          </a:xfrm>
          <a:prstGeom prst="ellipse">
            <a:avLst/>
          </a:prstGeom>
          <a:solidFill>
            <a:srgbClr val="3D3470"/>
          </a:solidFill>
          <a:ln w="38100">
            <a:solidFill>
              <a:srgbClr val="FFD23F"/>
            </a:solidFill>
            <a:prstDash val="solid"/>
          </a:ln>
        </p:spPr>
      </p:sp>
      <p:pic>
        <p:nvPicPr>
          <p:cNvPr id="11" name="Icon 5" descr="FaMedal">    </p:cNvPr>
          <p:cNvPicPr>
            <a:picLocks noChangeAspect="1"/>
          </p:cNvPicPr>
          <p:nvPr/>
        </p:nvPicPr>
        <p:blipFill>
          <a:blip r:embed="rId4"/>
          <a:stretch>
            <a:fillRect/>
          </a:stretch>
        </p:blipFill>
        <p:spPr>
          <a:xfrm>
            <a:off x="7452360" y="297180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Today: 6 missions</a:t>
            </a:r>
            <a:endParaRPr lang="en-US" sz="2800" dirty="0"/>
          </a:p>
        </p:txBody>
      </p:sp>
      <p:sp>
        <p:nvSpPr>
          <p:cNvPr id="3" name="Accent 6"/>
          <p:cNvSpPr/>
          <p:nvPr/>
        </p:nvSpPr>
        <p:spPr>
          <a:xfrm>
            <a:off x="0" y="256032"/>
            <a:ext cx="164592" cy="685800"/>
          </a:xfrm>
          <a:prstGeom prst="rect">
            <a:avLst/>
          </a:prstGeom>
          <a:solidFill>
            <a:srgbClr val="FF9A3D"/>
          </a:solidFill>
          <a:ln w="12700">
            <a:solidFill>
              <a:srgbClr val="FF9A3D"/>
            </a:solidFill>
            <a:prstDash val="solid"/>
          </a:ln>
        </p:spPr>
      </p:sp>
      <p:sp>
        <p:nvSpPr>
          <p:cNvPr id="4" name="Card 7"/>
          <p:cNvSpPr/>
          <p:nvPr/>
        </p:nvSpPr>
        <p:spPr>
          <a:xfrm>
            <a:off x="45720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5" name="Shape 3"/>
          <p:cNvSpPr/>
          <p:nvPr/>
        </p:nvSpPr>
        <p:spPr>
          <a:xfrm>
            <a:off x="640080" y="1645920"/>
            <a:ext cx="777240" cy="777240"/>
          </a:xfrm>
          <a:prstGeom prst="ellipse">
            <a:avLst/>
          </a:prstGeom>
          <a:solidFill>
            <a:srgbClr val="FF5C8A"/>
          </a:solidFill>
          <a:ln w="12700">
            <a:solidFill>
              <a:srgbClr val="FF5C8A"/>
            </a:solidFill>
            <a:prstDash val="solid"/>
          </a:ln>
        </p:spPr>
      </p:sp>
      <p:pic>
        <p:nvPicPr>
          <p:cNvPr id="6" name="Icon 8" descr="FaSearch">    </p:cNvPr>
          <p:cNvPicPr>
            <a:picLocks noChangeAspect="1"/>
          </p:cNvPicPr>
          <p:nvPr/>
        </p:nvPicPr>
        <p:blipFill>
          <a:blip r:embed="rId1"/>
          <a:stretch>
            <a:fillRect/>
          </a:stretch>
        </p:blipFill>
        <p:spPr>
          <a:xfrm>
            <a:off x="836676" y="1842516"/>
            <a:ext cx="384048" cy="384048"/>
          </a:xfrm>
          <a:prstGeom prst="rect">
            <a:avLst/>
          </a:prstGeom>
        </p:spPr>
      </p:pic>
      <p:sp>
        <p:nvSpPr>
          <p:cNvPr id="7" name="Text 9"/>
          <p:cNvSpPr txBox="1"/>
          <p:nvPr/>
        </p:nvSpPr>
        <p:spPr>
          <a:xfrm>
            <a:off x="1554480" y="1554480"/>
            <a:ext cx="1463040" cy="548640"/>
          </a:xfrm>
          <a:prstGeom prst="rect">
            <a:avLst/>
          </a:prstGeom>
          <a:noFill/>
          <a:ln/>
        </p:spPr>
        <p:txBody>
          <a:bodyPr wrap="square" lIns="0" tIns="0" rIns="0" bIns="0" rtlCol="0" anchor="t"/>
          <a:lstStyle/>
          <a:p>
            <a:pPr indent="0" marL="0">
              <a:buNone/>
            </a:pPr>
            <a:r>
              <a:rPr lang="en-US" sz="1500" b="1" dirty="0">
                <a:solidFill>
                  <a:srgbClr val="FF5C8A"/>
                </a:solidFill>
              </a:rPr>
              <a:t>1  Technology</a:t>
            </a:r>
            <a:endParaRPr lang="en-US" sz="1500" dirty="0"/>
          </a:p>
        </p:txBody>
      </p:sp>
      <p:sp>
        <p:nvSpPr>
          <p:cNvPr id="8" name="Text 10"/>
          <p:cNvSpPr txBox="1"/>
          <p:nvPr/>
        </p:nvSpPr>
        <p:spPr>
          <a:xfrm>
            <a:off x="1554480" y="2103120"/>
            <a:ext cx="1463040" cy="640080"/>
          </a:xfrm>
          <a:prstGeom prst="rect">
            <a:avLst/>
          </a:prstGeom>
          <a:noFill/>
          <a:ln/>
        </p:spPr>
        <p:txBody>
          <a:bodyPr wrap="square" lIns="0" tIns="0" rIns="0" bIns="0" rtlCol="0" anchor="t"/>
          <a:lstStyle/>
          <a:p>
            <a:pPr indent="0" marL="0">
              <a:buNone/>
            </a:pPr>
            <a:r>
              <a:rPr lang="en-US" sz="1200" dirty="0">
                <a:solidFill>
                  <a:srgbClr val="6B6685"/>
                </a:solidFill>
              </a:rPr>
              <a:t>What helps us?</a:t>
            </a:r>
            <a:endParaRPr lang="en-US" sz="1200" dirty="0"/>
          </a:p>
        </p:txBody>
      </p:sp>
      <p:sp>
        <p:nvSpPr>
          <p:cNvPr id="9" name="Card 11"/>
          <p:cNvSpPr/>
          <p:nvPr/>
        </p:nvSpPr>
        <p:spPr>
          <a:xfrm>
            <a:off x="329184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10" name="Shape 7"/>
          <p:cNvSpPr/>
          <p:nvPr/>
        </p:nvSpPr>
        <p:spPr>
          <a:xfrm>
            <a:off x="3474720" y="1645920"/>
            <a:ext cx="777240" cy="777240"/>
          </a:xfrm>
          <a:prstGeom prst="ellipse">
            <a:avLst/>
          </a:prstGeom>
          <a:solidFill>
            <a:srgbClr val="4DA3E0"/>
          </a:solidFill>
          <a:ln w="12700">
            <a:solidFill>
              <a:srgbClr val="4DA3E0"/>
            </a:solidFill>
            <a:prstDash val="solid"/>
          </a:ln>
        </p:spPr>
      </p:sp>
      <p:pic>
        <p:nvPicPr>
          <p:cNvPr id="11" name="Icon 12" descr="FaTabletAlt">    </p:cNvPr>
          <p:cNvPicPr>
            <a:picLocks noChangeAspect="1"/>
          </p:cNvPicPr>
          <p:nvPr/>
        </p:nvPicPr>
        <p:blipFill>
          <a:blip r:embed="rId2"/>
          <a:stretch>
            <a:fillRect/>
          </a:stretch>
        </p:blipFill>
        <p:spPr>
          <a:xfrm>
            <a:off x="3671316" y="1842516"/>
            <a:ext cx="384048" cy="384048"/>
          </a:xfrm>
          <a:prstGeom prst="rect">
            <a:avLst/>
          </a:prstGeom>
        </p:spPr>
      </p:pic>
      <p:sp>
        <p:nvSpPr>
          <p:cNvPr id="12" name="Text 13"/>
          <p:cNvSpPr txBox="1"/>
          <p:nvPr/>
        </p:nvSpPr>
        <p:spPr>
          <a:xfrm>
            <a:off x="4389120" y="1554480"/>
            <a:ext cx="1463040" cy="548640"/>
          </a:xfrm>
          <a:prstGeom prst="rect">
            <a:avLst/>
          </a:prstGeom>
          <a:noFill/>
          <a:ln/>
        </p:spPr>
        <p:txBody>
          <a:bodyPr wrap="square" lIns="0" tIns="0" rIns="0" bIns="0" rtlCol="0" anchor="t"/>
          <a:lstStyle/>
          <a:p>
            <a:pPr indent="0" marL="0">
              <a:buNone/>
            </a:pPr>
            <a:r>
              <a:rPr lang="en-US" sz="1500" b="1" dirty="0">
                <a:solidFill>
                  <a:srgbClr val="4DA3E0"/>
                </a:solidFill>
              </a:rPr>
              <a:t>2  Parts of a tablet</a:t>
            </a:r>
            <a:endParaRPr lang="en-US" sz="1500" dirty="0"/>
          </a:p>
        </p:txBody>
      </p:sp>
      <p:sp>
        <p:nvSpPr>
          <p:cNvPr id="13" name="Text 14"/>
          <p:cNvSpPr txBox="1"/>
          <p:nvPr/>
        </p:nvSpPr>
        <p:spPr>
          <a:xfrm>
            <a:off x="4389120" y="2103120"/>
            <a:ext cx="1463040" cy="640080"/>
          </a:xfrm>
          <a:prstGeom prst="rect">
            <a:avLst/>
          </a:prstGeom>
          <a:noFill/>
          <a:ln/>
        </p:spPr>
        <p:txBody>
          <a:bodyPr wrap="square" lIns="0" tIns="0" rIns="0" bIns="0" rtlCol="0" anchor="t"/>
          <a:lstStyle/>
          <a:p>
            <a:pPr indent="0" marL="0">
              <a:buNone/>
            </a:pPr>
            <a:r>
              <a:rPr lang="en-US" sz="1200" dirty="0">
                <a:solidFill>
                  <a:srgbClr val="6B6685"/>
                </a:solidFill>
              </a:rPr>
              <a:t>Name the parts</a:t>
            </a:r>
            <a:endParaRPr lang="en-US" sz="1200" dirty="0"/>
          </a:p>
        </p:txBody>
      </p:sp>
      <p:sp>
        <p:nvSpPr>
          <p:cNvPr id="14" name="Card 15"/>
          <p:cNvSpPr/>
          <p:nvPr/>
        </p:nvSpPr>
        <p:spPr>
          <a:xfrm>
            <a:off x="612648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15" name="Shape 11"/>
          <p:cNvSpPr/>
          <p:nvPr/>
        </p:nvSpPr>
        <p:spPr>
          <a:xfrm>
            <a:off x="6309360" y="1645920"/>
            <a:ext cx="777240" cy="777240"/>
          </a:xfrm>
          <a:prstGeom prst="ellipse">
            <a:avLst/>
          </a:prstGeom>
          <a:solidFill>
            <a:srgbClr val="FF9A3D"/>
          </a:solidFill>
          <a:ln w="12700">
            <a:solidFill>
              <a:srgbClr val="FF9A3D"/>
            </a:solidFill>
            <a:prstDash val="solid"/>
          </a:ln>
        </p:spPr>
      </p:sp>
      <p:pic>
        <p:nvPicPr>
          <p:cNvPr id="16" name="Icon 16" descr="FaHandPointUp">    </p:cNvPr>
          <p:cNvPicPr>
            <a:picLocks noChangeAspect="1"/>
          </p:cNvPicPr>
          <p:nvPr/>
        </p:nvPicPr>
        <p:blipFill>
          <a:blip r:embed="rId3"/>
          <a:stretch>
            <a:fillRect/>
          </a:stretch>
        </p:blipFill>
        <p:spPr>
          <a:xfrm>
            <a:off x="6505956" y="1842516"/>
            <a:ext cx="384048" cy="384048"/>
          </a:xfrm>
          <a:prstGeom prst="rect">
            <a:avLst/>
          </a:prstGeom>
        </p:spPr>
      </p:pic>
      <p:sp>
        <p:nvSpPr>
          <p:cNvPr id="17" name="Text 17"/>
          <p:cNvSpPr txBox="1"/>
          <p:nvPr/>
        </p:nvSpPr>
        <p:spPr>
          <a:xfrm>
            <a:off x="7223760" y="1554480"/>
            <a:ext cx="1463040" cy="548640"/>
          </a:xfrm>
          <a:prstGeom prst="rect">
            <a:avLst/>
          </a:prstGeom>
          <a:noFill/>
          <a:ln/>
        </p:spPr>
        <p:txBody>
          <a:bodyPr wrap="square" lIns="0" tIns="0" rIns="0" bIns="0" rtlCol="0" anchor="t"/>
          <a:lstStyle/>
          <a:p>
            <a:pPr indent="0" marL="0">
              <a:buNone/>
            </a:pPr>
            <a:r>
              <a:rPr lang="en-US" sz="1500" b="1" dirty="0">
                <a:solidFill>
                  <a:srgbClr val="FF9A3D"/>
                </a:solidFill>
              </a:rPr>
              <a:t>3  Finger skills</a:t>
            </a:r>
            <a:endParaRPr lang="en-US" sz="1500" dirty="0"/>
          </a:p>
        </p:txBody>
      </p:sp>
      <p:sp>
        <p:nvSpPr>
          <p:cNvPr id="18" name="Text 18"/>
          <p:cNvSpPr txBox="1"/>
          <p:nvPr/>
        </p:nvSpPr>
        <p:spPr>
          <a:xfrm>
            <a:off x="7223760" y="2103120"/>
            <a:ext cx="1463040" cy="640080"/>
          </a:xfrm>
          <a:prstGeom prst="rect">
            <a:avLst/>
          </a:prstGeom>
          <a:noFill/>
          <a:ln/>
        </p:spPr>
        <p:txBody>
          <a:bodyPr wrap="square" lIns="0" tIns="0" rIns="0" bIns="0" rtlCol="0" anchor="t"/>
          <a:lstStyle/>
          <a:p>
            <a:pPr indent="0" marL="0">
              <a:buNone/>
            </a:pPr>
            <a:r>
              <a:rPr lang="en-US" sz="1200" dirty="0">
                <a:solidFill>
                  <a:srgbClr val="6B6685"/>
                </a:solidFill>
              </a:rPr>
              <a:t>Tap, double-tap, drag</a:t>
            </a:r>
            <a:endParaRPr lang="en-US" sz="1200" dirty="0"/>
          </a:p>
        </p:txBody>
      </p:sp>
      <p:sp>
        <p:nvSpPr>
          <p:cNvPr id="19" name="Card 19"/>
          <p:cNvSpPr/>
          <p:nvPr/>
        </p:nvSpPr>
        <p:spPr>
          <a:xfrm>
            <a:off x="45720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20" name="Shape 15"/>
          <p:cNvSpPr/>
          <p:nvPr/>
        </p:nvSpPr>
        <p:spPr>
          <a:xfrm>
            <a:off x="640080" y="3474720"/>
            <a:ext cx="777240" cy="777240"/>
          </a:xfrm>
          <a:prstGeom prst="ellipse">
            <a:avLst/>
          </a:prstGeom>
          <a:solidFill>
            <a:srgbClr val="6C63FF"/>
          </a:solidFill>
          <a:ln w="12700">
            <a:solidFill>
              <a:srgbClr val="6C63FF"/>
            </a:solidFill>
            <a:prstDash val="solid"/>
          </a:ln>
        </p:spPr>
      </p:sp>
      <p:pic>
        <p:nvPicPr>
          <p:cNvPr id="21" name="Icon 20" descr="FaKeyboard">    </p:cNvPr>
          <p:cNvPicPr>
            <a:picLocks noChangeAspect="1"/>
          </p:cNvPicPr>
          <p:nvPr/>
        </p:nvPicPr>
        <p:blipFill>
          <a:blip r:embed="rId4"/>
          <a:stretch>
            <a:fillRect/>
          </a:stretch>
        </p:blipFill>
        <p:spPr>
          <a:xfrm>
            <a:off x="836676" y="3671316"/>
            <a:ext cx="384048" cy="384048"/>
          </a:xfrm>
          <a:prstGeom prst="rect">
            <a:avLst/>
          </a:prstGeom>
        </p:spPr>
      </p:pic>
      <p:sp>
        <p:nvSpPr>
          <p:cNvPr id="22" name="Text 21"/>
          <p:cNvSpPr txBox="1"/>
          <p:nvPr/>
        </p:nvSpPr>
        <p:spPr>
          <a:xfrm>
            <a:off x="1554480" y="3383280"/>
            <a:ext cx="1463040" cy="548640"/>
          </a:xfrm>
          <a:prstGeom prst="rect">
            <a:avLst/>
          </a:prstGeom>
          <a:noFill/>
          <a:ln/>
        </p:spPr>
        <p:txBody>
          <a:bodyPr wrap="square" lIns="0" tIns="0" rIns="0" bIns="0" rtlCol="0" anchor="t"/>
          <a:lstStyle/>
          <a:p>
            <a:pPr indent="0" marL="0">
              <a:buNone/>
            </a:pPr>
            <a:r>
              <a:rPr lang="en-US" sz="1500" b="1" dirty="0">
                <a:solidFill>
                  <a:srgbClr val="6C63FF"/>
                </a:solidFill>
              </a:rPr>
              <a:t>4  Keyboard</a:t>
            </a:r>
            <a:endParaRPr lang="en-US" sz="1500" dirty="0"/>
          </a:p>
        </p:txBody>
      </p:sp>
      <p:sp>
        <p:nvSpPr>
          <p:cNvPr id="23" name="Text 22"/>
          <p:cNvSpPr txBox="1"/>
          <p:nvPr/>
        </p:nvSpPr>
        <p:spPr>
          <a:xfrm>
            <a:off x="1554480" y="3931920"/>
            <a:ext cx="1463040" cy="640080"/>
          </a:xfrm>
          <a:prstGeom prst="rect">
            <a:avLst/>
          </a:prstGeom>
          <a:noFill/>
          <a:ln/>
        </p:spPr>
        <p:txBody>
          <a:bodyPr wrap="square" lIns="0" tIns="0" rIns="0" bIns="0" rtlCol="0" anchor="t"/>
          <a:lstStyle/>
          <a:p>
            <a:pPr indent="0" marL="0">
              <a:buNone/>
            </a:pPr>
            <a:r>
              <a:rPr lang="en-US" sz="1200" dirty="0">
                <a:solidFill>
                  <a:srgbClr val="6B6685"/>
                </a:solidFill>
              </a:rPr>
              <a:t>Type on the screen</a:t>
            </a:r>
            <a:endParaRPr lang="en-US" sz="1200" dirty="0"/>
          </a:p>
        </p:txBody>
      </p:sp>
      <p:sp>
        <p:nvSpPr>
          <p:cNvPr id="24" name="Card 23"/>
          <p:cNvSpPr/>
          <p:nvPr/>
        </p:nvSpPr>
        <p:spPr>
          <a:xfrm>
            <a:off x="329184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25" name="Shape 19"/>
          <p:cNvSpPr/>
          <p:nvPr/>
        </p:nvSpPr>
        <p:spPr>
          <a:xfrm>
            <a:off x="3474720" y="3474720"/>
            <a:ext cx="777240" cy="777240"/>
          </a:xfrm>
          <a:prstGeom prst="ellipse">
            <a:avLst/>
          </a:prstGeom>
          <a:solidFill>
            <a:srgbClr val="1FB89A"/>
          </a:solidFill>
          <a:ln w="12700">
            <a:solidFill>
              <a:srgbClr val="1FB89A"/>
            </a:solidFill>
            <a:prstDash val="solid"/>
          </a:ln>
        </p:spPr>
      </p:sp>
      <p:pic>
        <p:nvPicPr>
          <p:cNvPr id="26" name="Icon 24" descr="FaEraser">    </p:cNvPr>
          <p:cNvPicPr>
            <a:picLocks noChangeAspect="1"/>
          </p:cNvPicPr>
          <p:nvPr/>
        </p:nvPicPr>
        <p:blipFill>
          <a:blip r:embed="rId5"/>
          <a:stretch>
            <a:fillRect/>
          </a:stretch>
        </p:blipFill>
        <p:spPr>
          <a:xfrm>
            <a:off x="3671316" y="3671316"/>
            <a:ext cx="384048" cy="384048"/>
          </a:xfrm>
          <a:prstGeom prst="rect">
            <a:avLst/>
          </a:prstGeom>
        </p:spPr>
      </p:pic>
      <p:sp>
        <p:nvSpPr>
          <p:cNvPr id="27" name="Text 25"/>
          <p:cNvSpPr txBox="1"/>
          <p:nvPr/>
        </p:nvSpPr>
        <p:spPr>
          <a:xfrm>
            <a:off x="4389120" y="3383280"/>
            <a:ext cx="1463040" cy="548640"/>
          </a:xfrm>
          <a:prstGeom prst="rect">
            <a:avLst/>
          </a:prstGeom>
          <a:noFill/>
          <a:ln/>
        </p:spPr>
        <p:txBody>
          <a:bodyPr wrap="square" lIns="0" tIns="0" rIns="0" bIns="0" rtlCol="0" anchor="t"/>
          <a:lstStyle/>
          <a:p>
            <a:pPr indent="0" marL="0">
              <a:buNone/>
            </a:pPr>
            <a:r>
              <a:rPr lang="en-US" sz="1500" b="1" dirty="0">
                <a:solidFill>
                  <a:srgbClr val="1FB89A"/>
                </a:solidFill>
              </a:rPr>
              <a:t>5  Fix my writing</a:t>
            </a:r>
            <a:endParaRPr lang="en-US" sz="1500" dirty="0"/>
          </a:p>
        </p:txBody>
      </p:sp>
      <p:sp>
        <p:nvSpPr>
          <p:cNvPr id="28" name="Text 26"/>
          <p:cNvSpPr txBox="1"/>
          <p:nvPr/>
        </p:nvSpPr>
        <p:spPr>
          <a:xfrm>
            <a:off x="4389120" y="3931920"/>
            <a:ext cx="1463040" cy="640080"/>
          </a:xfrm>
          <a:prstGeom prst="rect">
            <a:avLst/>
          </a:prstGeom>
          <a:noFill/>
          <a:ln/>
        </p:spPr>
        <p:txBody>
          <a:bodyPr wrap="square" lIns="0" tIns="0" rIns="0" bIns="0" rtlCol="0" anchor="t"/>
          <a:lstStyle/>
          <a:p>
            <a:pPr indent="0" marL="0">
              <a:buNone/>
            </a:pPr>
            <a:r>
              <a:rPr lang="en-US" sz="1200" dirty="0">
                <a:solidFill>
                  <a:srgbClr val="6B6685"/>
                </a:solidFill>
              </a:rPr>
              <a:t>Move the cursor, delete</a:t>
            </a:r>
            <a:endParaRPr lang="en-US" sz="1200" dirty="0"/>
          </a:p>
        </p:txBody>
      </p:sp>
      <p:sp>
        <p:nvSpPr>
          <p:cNvPr id="29" name="Card 27"/>
          <p:cNvSpPr/>
          <p:nvPr/>
        </p:nvSpPr>
        <p:spPr>
          <a:xfrm>
            <a:off x="612648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30" name="Shape 23"/>
          <p:cNvSpPr/>
          <p:nvPr/>
        </p:nvSpPr>
        <p:spPr>
          <a:xfrm>
            <a:off x="6309360" y="3474720"/>
            <a:ext cx="777240" cy="777240"/>
          </a:xfrm>
          <a:prstGeom prst="ellipse">
            <a:avLst/>
          </a:prstGeom>
          <a:solidFill>
            <a:srgbClr val="2E9E5B"/>
          </a:solidFill>
          <a:ln w="12700">
            <a:solidFill>
              <a:srgbClr val="2E9E5B"/>
            </a:solidFill>
            <a:prstDash val="solid"/>
          </a:ln>
        </p:spPr>
      </p:sp>
      <p:pic>
        <p:nvPicPr>
          <p:cNvPr id="31" name="Icon 28" descr="FaShieldAlt">    </p:cNvPr>
          <p:cNvPicPr>
            <a:picLocks noChangeAspect="1"/>
          </p:cNvPicPr>
          <p:nvPr/>
        </p:nvPicPr>
        <p:blipFill>
          <a:blip r:embed="rId6"/>
          <a:stretch>
            <a:fillRect/>
          </a:stretch>
        </p:blipFill>
        <p:spPr>
          <a:xfrm>
            <a:off x="6505956" y="3671316"/>
            <a:ext cx="384048" cy="384048"/>
          </a:xfrm>
          <a:prstGeom prst="rect">
            <a:avLst/>
          </a:prstGeom>
        </p:spPr>
      </p:pic>
      <p:sp>
        <p:nvSpPr>
          <p:cNvPr id="32" name="Text 29"/>
          <p:cNvSpPr txBox="1"/>
          <p:nvPr/>
        </p:nvSpPr>
        <p:spPr>
          <a:xfrm>
            <a:off x="7223760" y="3383280"/>
            <a:ext cx="1463040" cy="548640"/>
          </a:xfrm>
          <a:prstGeom prst="rect">
            <a:avLst/>
          </a:prstGeom>
          <a:noFill/>
          <a:ln/>
        </p:spPr>
        <p:txBody>
          <a:bodyPr wrap="square" lIns="0" tIns="0" rIns="0" bIns="0" rtlCol="0" anchor="t"/>
          <a:lstStyle/>
          <a:p>
            <a:pPr indent="0" marL="0">
              <a:buNone/>
            </a:pPr>
            <a:r>
              <a:rPr lang="en-US" sz="1500" b="1" dirty="0">
                <a:solidFill>
                  <a:srgbClr val="2E9E5B"/>
                </a:solidFill>
              </a:rPr>
              <a:t>6  Stay safe</a:t>
            </a:r>
            <a:endParaRPr lang="en-US" sz="1500" dirty="0"/>
          </a:p>
        </p:txBody>
      </p:sp>
      <p:sp>
        <p:nvSpPr>
          <p:cNvPr id="33" name="Text 30"/>
          <p:cNvSpPr txBox="1"/>
          <p:nvPr/>
        </p:nvSpPr>
        <p:spPr>
          <a:xfrm>
            <a:off x="7223760" y="3931920"/>
            <a:ext cx="1463040" cy="640080"/>
          </a:xfrm>
          <a:prstGeom prst="rect">
            <a:avLst/>
          </a:prstGeom>
          <a:noFill/>
          <a:ln/>
        </p:spPr>
        <p:txBody>
          <a:bodyPr wrap="square" lIns="0" tIns="0" rIns="0" bIns="0" rtlCol="0" anchor="t"/>
          <a:lstStyle/>
          <a:p>
            <a:pPr indent="0" marL="0">
              <a:buNone/>
            </a:pPr>
            <a:r>
              <a:rPr lang="en-US" sz="1200" dirty="0">
                <a:solidFill>
                  <a:srgbClr val="6B6685"/>
                </a:solidFill>
              </a:rPr>
              <a:t>Rules for tablets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1: What is technology?</a:t>
            </a:r>
            <a:endParaRPr lang="en-US" sz="2800" dirty="0"/>
          </a:p>
        </p:txBody>
      </p:sp>
      <p:sp>
        <p:nvSpPr>
          <p:cNvPr id="3" name="Accent 31"/>
          <p:cNvSpPr/>
          <p:nvPr/>
        </p:nvSpPr>
        <p:spPr>
          <a:xfrm>
            <a:off x="0" y="256032"/>
            <a:ext cx="164592" cy="685800"/>
          </a:xfrm>
          <a:prstGeom prst="rect">
            <a:avLst/>
          </a:prstGeom>
          <a:solidFill>
            <a:srgbClr val="FF5C8A"/>
          </a:solidFill>
          <a:ln w="12700">
            <a:solidFill>
              <a:srgbClr val="FF5C8A"/>
            </a:solidFill>
            <a:prstDash val="solid"/>
          </a:ln>
        </p:spPr>
      </p:sp>
      <p:sp>
        <p:nvSpPr>
          <p:cNvPr id="4" name="Card 32"/>
          <p:cNvSpPr/>
          <p:nvPr/>
        </p:nvSpPr>
        <p:spPr>
          <a:xfrm>
            <a:off x="457200" y="1188720"/>
            <a:ext cx="8321040" cy="822960"/>
          </a:xfrm>
          <a:prstGeom prst="roundRect">
            <a:avLst>
              <a:gd name="adj" fmla="val 13333"/>
            </a:avLst>
          </a:prstGeom>
          <a:solidFill>
            <a:srgbClr val="6C63FF"/>
          </a:solidFill>
          <a:ln/>
        </p:spPr>
      </p:sp>
      <p:sp>
        <p:nvSpPr>
          <p:cNvPr id="5" name="Text 33"/>
          <p:cNvSpPr txBox="1"/>
          <p:nvPr/>
        </p:nvSpPr>
        <p:spPr>
          <a:xfrm>
            <a:off x="640080" y="1188720"/>
            <a:ext cx="7955280" cy="822960"/>
          </a:xfrm>
          <a:prstGeom prst="rect">
            <a:avLst/>
          </a:prstGeom>
          <a:noFill/>
          <a:ln/>
        </p:spPr>
        <p:txBody>
          <a:bodyPr wrap="square" lIns="0" tIns="0" rIns="0" bIns="0" rtlCol="0" anchor="ctr"/>
          <a:lstStyle/>
          <a:p>
            <a:pPr algn="ctr" indent="0" marL="0">
              <a:buNone/>
            </a:pPr>
            <a:r>
              <a:rPr lang="en-US" sz="2200" b="1" dirty="0">
                <a:solidFill>
                  <a:schemeClr val="bg1"/>
                </a:solidFill>
              </a:rPr>
              <a:t>Technology is made by people to help us.</a:t>
            </a:r>
            <a:endParaRPr lang="en-US" sz="2200" dirty="0"/>
          </a:p>
        </p:txBody>
      </p:sp>
      <p:sp>
        <p:nvSpPr>
          <p:cNvPr id="6" name="Card 34"/>
          <p:cNvSpPr/>
          <p:nvPr/>
        </p:nvSpPr>
        <p:spPr>
          <a:xfrm>
            <a:off x="457200" y="2194560"/>
            <a:ext cx="4069080" cy="2651760"/>
          </a:xfrm>
          <a:prstGeom prst="roundRect">
            <a:avLst>
              <a:gd name="adj" fmla="val 4138"/>
            </a:avLst>
          </a:prstGeom>
          <a:solidFill>
            <a:srgbClr val="E8F7E4"/>
          </a:solidFill>
          <a:ln w="25400">
            <a:solidFill>
              <a:srgbClr val="8BC34A"/>
            </a:solidFill>
            <a:prstDash val="solid"/>
          </a:ln>
        </p:spPr>
      </p:sp>
      <p:sp>
        <p:nvSpPr>
          <p:cNvPr id="7" name="Text 35"/>
          <p:cNvSpPr txBox="1"/>
          <p:nvPr/>
        </p:nvSpPr>
        <p:spPr>
          <a:xfrm>
            <a:off x="457200" y="2286000"/>
            <a:ext cx="4069080" cy="457200"/>
          </a:xfrm>
          <a:prstGeom prst="rect">
            <a:avLst/>
          </a:prstGeom>
          <a:noFill/>
          <a:ln/>
        </p:spPr>
        <p:txBody>
          <a:bodyPr wrap="square" lIns="0" tIns="0" rIns="0" bIns="0" rtlCol="0" anchor="t"/>
          <a:lstStyle/>
          <a:p>
            <a:pPr algn="ctr" indent="0" marL="0">
              <a:buNone/>
            </a:pPr>
            <a:r>
              <a:rPr lang="en-US" sz="2000" b="1" dirty="0">
                <a:solidFill>
                  <a:srgbClr val="2E9E5B"/>
                </a:solidFill>
              </a:rPr>
              <a:t>Technology ⚙️</a:t>
            </a:r>
            <a:endParaRPr lang="en-US" sz="2000" dirty="0"/>
          </a:p>
        </p:txBody>
      </p:sp>
      <p:sp>
        <p:nvSpPr>
          <p:cNvPr id="8" name="Card 36"/>
          <p:cNvSpPr/>
          <p:nvPr/>
        </p:nvSpPr>
        <p:spPr>
          <a:xfrm>
            <a:off x="4709160" y="2194560"/>
            <a:ext cx="4069080" cy="2651760"/>
          </a:xfrm>
          <a:prstGeom prst="roundRect">
            <a:avLst>
              <a:gd name="adj" fmla="val 4138"/>
            </a:avLst>
          </a:prstGeom>
          <a:solidFill>
            <a:srgbClr val="FDE8E4"/>
          </a:solidFill>
          <a:ln w="25400">
            <a:solidFill>
              <a:srgbClr val="F2998B"/>
            </a:solidFill>
            <a:prstDash val="solid"/>
          </a:ln>
        </p:spPr>
      </p:sp>
      <p:sp>
        <p:nvSpPr>
          <p:cNvPr id="9" name="Text 37"/>
          <p:cNvSpPr txBox="1"/>
          <p:nvPr/>
        </p:nvSpPr>
        <p:spPr>
          <a:xfrm>
            <a:off x="4709160" y="2286000"/>
            <a:ext cx="4069080" cy="457200"/>
          </a:xfrm>
          <a:prstGeom prst="rect">
            <a:avLst/>
          </a:prstGeom>
          <a:noFill/>
          <a:ln/>
        </p:spPr>
        <p:txBody>
          <a:bodyPr wrap="square" lIns="0" tIns="0" rIns="0" bIns="0" rtlCol="0" anchor="t"/>
          <a:lstStyle/>
          <a:p>
            <a:pPr algn="ctr" indent="0" marL="0">
              <a:buNone/>
            </a:pPr>
            <a:r>
              <a:rPr lang="en-US" sz="2000" b="1" dirty="0">
                <a:solidFill>
                  <a:srgbClr val="C0392B"/>
                </a:solidFill>
              </a:rPr>
              <a:t>Not technology 🌳</a:t>
            </a:r>
            <a:endParaRPr lang="en-US" sz="2000" dirty="0"/>
          </a:p>
        </p:txBody>
      </p:sp>
      <p:pic>
        <p:nvPicPr>
          <p:cNvPr id="10" name="Icon 38" descr="FaTabletAlt">    </p:cNvPr>
          <p:cNvPicPr>
            <a:picLocks noChangeAspect="1"/>
          </p:cNvPicPr>
          <p:nvPr/>
        </p:nvPicPr>
        <p:blipFill>
          <a:blip r:embed="rId1"/>
          <a:stretch>
            <a:fillRect/>
          </a:stretch>
        </p:blipFill>
        <p:spPr>
          <a:xfrm>
            <a:off x="754380" y="3177540"/>
            <a:ext cx="777240" cy="777240"/>
          </a:xfrm>
          <a:prstGeom prst="rect">
            <a:avLst/>
          </a:prstGeom>
        </p:spPr>
      </p:pic>
      <p:pic>
        <p:nvPicPr>
          <p:cNvPr id="11" name="Icon 39" descr="FaTree">    </p:cNvPr>
          <p:cNvPicPr>
            <a:picLocks noChangeAspect="1"/>
          </p:cNvPicPr>
          <p:nvPr/>
        </p:nvPicPr>
        <p:blipFill>
          <a:blip r:embed="rId2"/>
          <a:stretch>
            <a:fillRect/>
          </a:stretch>
        </p:blipFill>
        <p:spPr>
          <a:xfrm>
            <a:off x="5006340" y="3177540"/>
            <a:ext cx="777240" cy="777240"/>
          </a:xfrm>
          <a:prstGeom prst="rect">
            <a:avLst/>
          </a:prstGeom>
        </p:spPr>
      </p:pic>
      <p:pic>
        <p:nvPicPr>
          <p:cNvPr id="12" name="Icon 40" descr="FaClock">    </p:cNvPr>
          <p:cNvPicPr>
            <a:picLocks noChangeAspect="1"/>
          </p:cNvPicPr>
          <p:nvPr/>
        </p:nvPicPr>
        <p:blipFill>
          <a:blip r:embed="rId3"/>
          <a:stretch>
            <a:fillRect/>
          </a:stretch>
        </p:blipFill>
        <p:spPr>
          <a:xfrm>
            <a:off x="1988820" y="3177540"/>
            <a:ext cx="777240" cy="777240"/>
          </a:xfrm>
          <a:prstGeom prst="rect">
            <a:avLst/>
          </a:prstGeom>
        </p:spPr>
      </p:pic>
      <p:pic>
        <p:nvPicPr>
          <p:cNvPr id="13" name="Icon 41" descr="FaDog">    </p:cNvPr>
          <p:cNvPicPr>
            <a:picLocks noChangeAspect="1"/>
          </p:cNvPicPr>
          <p:nvPr/>
        </p:nvPicPr>
        <p:blipFill>
          <a:blip r:embed="rId4"/>
          <a:stretch>
            <a:fillRect/>
          </a:stretch>
        </p:blipFill>
        <p:spPr>
          <a:xfrm>
            <a:off x="6240780" y="3177540"/>
            <a:ext cx="777240" cy="777240"/>
          </a:xfrm>
          <a:prstGeom prst="rect">
            <a:avLst/>
          </a:prstGeom>
        </p:spPr>
      </p:pic>
      <p:pic>
        <p:nvPicPr>
          <p:cNvPr id="14" name="Icon 42" descr="FaLightbulb">    </p:cNvPr>
          <p:cNvPicPr>
            <a:picLocks noChangeAspect="1"/>
          </p:cNvPicPr>
          <p:nvPr/>
        </p:nvPicPr>
        <p:blipFill>
          <a:blip r:embed="rId5"/>
          <a:stretch>
            <a:fillRect/>
          </a:stretch>
        </p:blipFill>
        <p:spPr>
          <a:xfrm>
            <a:off x="3223260" y="3177540"/>
            <a:ext cx="777240" cy="777240"/>
          </a:xfrm>
          <a:prstGeom prst="rect">
            <a:avLst/>
          </a:prstGeom>
        </p:spPr>
      </p:pic>
      <p:pic>
        <p:nvPicPr>
          <p:cNvPr id="15" name="Icon 43" descr="FaCloud">    </p:cNvPr>
          <p:cNvPicPr>
            <a:picLocks noChangeAspect="1"/>
          </p:cNvPicPr>
          <p:nvPr/>
        </p:nvPicPr>
        <p:blipFill>
          <a:blip r:embed="rId6"/>
          <a:stretch>
            <a:fillRect/>
          </a:stretch>
        </p:blipFill>
        <p:spPr>
          <a:xfrm>
            <a:off x="7475220" y="3177540"/>
            <a:ext cx="777240" cy="777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2: Parts of a tablet</a:t>
            </a:r>
            <a:endParaRPr lang="en-US" sz="2800" dirty="0"/>
          </a:p>
        </p:txBody>
      </p:sp>
      <p:sp>
        <p:nvSpPr>
          <p:cNvPr id="3" name="Accent 44"/>
          <p:cNvSpPr/>
          <p:nvPr/>
        </p:nvSpPr>
        <p:spPr>
          <a:xfrm>
            <a:off x="0" y="256032"/>
            <a:ext cx="164592" cy="685800"/>
          </a:xfrm>
          <a:prstGeom prst="rect">
            <a:avLst/>
          </a:prstGeom>
          <a:solidFill>
            <a:srgbClr val="4DA3E0"/>
          </a:solidFill>
          <a:ln w="12700">
            <a:solidFill>
              <a:srgbClr val="4DA3E0"/>
            </a:solidFill>
            <a:prstDash val="solid"/>
          </a:ln>
        </p:spPr>
      </p:sp>
      <p:pic>
        <p:nvPicPr>
          <p:cNvPr id="4" name="Picture 45" descr="A tablet with the camera, screen, speaker and power button labelled">    </p:cNvPr>
          <p:cNvPicPr>
            <a:picLocks noChangeAspect="1"/>
          </p:cNvPicPr>
          <p:nvPr/>
        </p:nvPicPr>
        <p:blipFill>
          <a:blip r:embed="rId1"/>
          <a:stretch>
            <a:fillRect/>
          </a:stretch>
        </p:blipFill>
        <p:spPr>
          <a:xfrm>
            <a:off x="1188720" y="1143000"/>
            <a:ext cx="6766560" cy="3608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Switching on the tablet</a:t>
            </a:r>
            <a:endParaRPr lang="en-US" sz="2800" dirty="0"/>
          </a:p>
        </p:txBody>
      </p:sp>
      <p:sp>
        <p:nvSpPr>
          <p:cNvPr id="3" name="Accent 46"/>
          <p:cNvSpPr/>
          <p:nvPr/>
        </p:nvSpPr>
        <p:spPr>
          <a:xfrm>
            <a:off x="0" y="256032"/>
            <a:ext cx="164592" cy="685800"/>
          </a:xfrm>
          <a:prstGeom prst="rect">
            <a:avLst/>
          </a:prstGeom>
          <a:solidFill>
            <a:srgbClr val="4DA3E0"/>
          </a:solidFill>
          <a:ln w="12700">
            <a:solidFill>
              <a:srgbClr val="4DA3E0"/>
            </a:solidFill>
            <a:prstDash val="solid"/>
          </a:ln>
        </p:spPr>
      </p:sp>
      <p:sp>
        <p:nvSpPr>
          <p:cNvPr id="4" name="Card 47"/>
          <p:cNvSpPr/>
          <p:nvPr/>
        </p:nvSpPr>
        <p:spPr>
          <a:xfrm>
            <a:off x="457200" y="1188720"/>
            <a:ext cx="2651760" cy="3291840"/>
          </a:xfrm>
          <a:prstGeom prst="roundRect">
            <a:avLst>
              <a:gd name="adj" fmla="val 4138"/>
            </a:avLst>
          </a:prstGeom>
          <a:solidFill>
            <a:srgbClr val="FFFFFF"/>
          </a:solidFill>
          <a:ln/>
          <a:effectLst>
            <a:outerShdw sx="100000" sy="100000" kx="0" ky="0" algn="bl" rotWithShape="0" blurRad="76200" dist="25400" dir="5400000">
              <a:srgbClr val="2B2250">
                <a:alpha val="15000"/>
              </a:srgbClr>
            </a:outerShdw>
          </a:effectLst>
        </p:spPr>
      </p:sp>
      <p:sp>
        <p:nvSpPr>
          <p:cNvPr id="5" name="Shape 3"/>
          <p:cNvSpPr/>
          <p:nvPr/>
        </p:nvSpPr>
        <p:spPr>
          <a:xfrm>
            <a:off x="594360" y="1325880"/>
            <a:ext cx="502920" cy="502920"/>
          </a:xfrm>
          <a:prstGeom prst="ellipse">
            <a:avLst/>
          </a:prstGeom>
          <a:solidFill>
            <a:srgbClr val="FF9A3D"/>
          </a:solidFill>
          <a:ln w="12700">
            <a:solidFill>
              <a:srgbClr val="FF9A3D"/>
            </a:solidFill>
            <a:prstDash val="solid"/>
          </a:ln>
        </p:spPr>
      </p:sp>
      <p:sp>
        <p:nvSpPr>
          <p:cNvPr id="6" name="Text 48"/>
          <p:cNvSpPr txBox="1"/>
          <p:nvPr/>
        </p:nvSpPr>
        <p:spPr>
          <a:xfrm>
            <a:off x="59436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Shape 5"/>
          <p:cNvSpPr/>
          <p:nvPr/>
        </p:nvSpPr>
        <p:spPr>
          <a:xfrm>
            <a:off x="1051560" y="2011680"/>
            <a:ext cx="1463040" cy="1463040"/>
          </a:xfrm>
          <a:prstGeom prst="ellipse">
            <a:avLst/>
          </a:prstGeom>
          <a:solidFill>
            <a:srgbClr val="FF9A3D"/>
          </a:solidFill>
          <a:ln w="12700">
            <a:solidFill>
              <a:srgbClr val="FF9A3D"/>
            </a:solidFill>
            <a:prstDash val="solid"/>
          </a:ln>
        </p:spPr>
      </p:sp>
      <p:pic>
        <p:nvPicPr>
          <p:cNvPr id="8" name="Icon 49" descr="FaPowerOff">    </p:cNvPr>
          <p:cNvPicPr>
            <a:picLocks noChangeAspect="1"/>
          </p:cNvPicPr>
          <p:nvPr/>
        </p:nvPicPr>
        <p:blipFill>
          <a:blip r:embed="rId1"/>
          <a:stretch>
            <a:fillRect/>
          </a:stretch>
        </p:blipFill>
        <p:spPr>
          <a:xfrm>
            <a:off x="1417320" y="2377440"/>
            <a:ext cx="731520" cy="731520"/>
          </a:xfrm>
          <a:prstGeom prst="rect">
            <a:avLst/>
          </a:prstGeom>
        </p:spPr>
      </p:pic>
      <p:sp>
        <p:nvSpPr>
          <p:cNvPr id="9" name="Text 50"/>
          <p:cNvSpPr txBox="1"/>
          <p:nvPr/>
        </p:nvSpPr>
        <p:spPr>
          <a:xfrm>
            <a:off x="640080" y="3657600"/>
            <a:ext cx="2286000" cy="731520"/>
          </a:xfrm>
          <a:prstGeom prst="rect">
            <a:avLst/>
          </a:prstGeom>
          <a:noFill/>
          <a:ln/>
        </p:spPr>
        <p:txBody>
          <a:bodyPr wrap="square" lIns="0" tIns="0" rIns="0" bIns="0" rtlCol="0" anchor="t"/>
          <a:lstStyle/>
          <a:p>
            <a:pPr algn="ctr" indent="0" marL="0">
              <a:buNone/>
            </a:pPr>
            <a:r>
              <a:rPr lang="en-US" sz="1700" b="1" dirty="0">
                <a:solidFill>
                  <a:schemeClr val="tx1"/>
                </a:solidFill>
              </a:rPr>
              <a:t>Press the power button</a:t>
            </a:r>
            <a:endParaRPr lang="en-US" sz="1700" dirty="0"/>
          </a:p>
        </p:txBody>
      </p:sp>
      <p:sp>
        <p:nvSpPr>
          <p:cNvPr id="10" name="Card 51"/>
          <p:cNvSpPr/>
          <p:nvPr/>
        </p:nvSpPr>
        <p:spPr>
          <a:xfrm>
            <a:off x="3291840" y="1188720"/>
            <a:ext cx="2651760" cy="3291840"/>
          </a:xfrm>
          <a:prstGeom prst="roundRect">
            <a:avLst>
              <a:gd name="adj" fmla="val 4138"/>
            </a:avLst>
          </a:prstGeom>
          <a:solidFill>
            <a:srgbClr val="FFFFFF"/>
          </a:solidFill>
          <a:ln/>
          <a:effectLst>
            <a:outerShdw sx="100000" sy="100000" kx="0" ky="0" algn="bl" rotWithShape="0" blurRad="76200" dist="25400" dir="5400000">
              <a:srgbClr val="2B2250">
                <a:alpha val="15000"/>
              </a:srgbClr>
            </a:outerShdw>
          </a:effectLst>
        </p:spPr>
      </p:sp>
      <p:sp>
        <p:nvSpPr>
          <p:cNvPr id="11" name="Shape 8"/>
          <p:cNvSpPr/>
          <p:nvPr/>
        </p:nvSpPr>
        <p:spPr>
          <a:xfrm>
            <a:off x="3429000" y="1325880"/>
            <a:ext cx="502920" cy="502920"/>
          </a:xfrm>
          <a:prstGeom prst="ellipse">
            <a:avLst/>
          </a:prstGeom>
          <a:solidFill>
            <a:srgbClr val="FF5C8A"/>
          </a:solidFill>
          <a:ln w="12700">
            <a:solidFill>
              <a:srgbClr val="FF5C8A"/>
            </a:solidFill>
            <a:prstDash val="solid"/>
          </a:ln>
        </p:spPr>
      </p:sp>
      <p:sp>
        <p:nvSpPr>
          <p:cNvPr id="12" name="Text 52"/>
          <p:cNvSpPr txBox="1"/>
          <p:nvPr/>
        </p:nvSpPr>
        <p:spPr>
          <a:xfrm>
            <a:off x="342900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Shape 10"/>
          <p:cNvSpPr/>
          <p:nvPr/>
        </p:nvSpPr>
        <p:spPr>
          <a:xfrm>
            <a:off x="3886200" y="2011680"/>
            <a:ext cx="1463040" cy="1463040"/>
          </a:xfrm>
          <a:prstGeom prst="ellipse">
            <a:avLst/>
          </a:prstGeom>
          <a:solidFill>
            <a:srgbClr val="FF5C8A"/>
          </a:solidFill>
          <a:ln w="12700">
            <a:solidFill>
              <a:srgbClr val="FF5C8A"/>
            </a:solidFill>
            <a:prstDash val="solid"/>
          </a:ln>
        </p:spPr>
      </p:sp>
      <p:pic>
        <p:nvPicPr>
          <p:cNvPr id="14" name="Icon 53" descr="FaHandPointUp">    </p:cNvPr>
          <p:cNvPicPr>
            <a:picLocks noChangeAspect="1"/>
          </p:cNvPicPr>
          <p:nvPr/>
        </p:nvPicPr>
        <p:blipFill>
          <a:blip r:embed="rId2"/>
          <a:stretch>
            <a:fillRect/>
          </a:stretch>
        </p:blipFill>
        <p:spPr>
          <a:xfrm>
            <a:off x="4251960" y="2377440"/>
            <a:ext cx="731520" cy="731520"/>
          </a:xfrm>
          <a:prstGeom prst="rect">
            <a:avLst/>
          </a:prstGeom>
        </p:spPr>
      </p:pic>
      <p:sp>
        <p:nvSpPr>
          <p:cNvPr id="15" name="Text 54"/>
          <p:cNvSpPr txBox="1"/>
          <p:nvPr/>
        </p:nvSpPr>
        <p:spPr>
          <a:xfrm>
            <a:off x="3474720" y="3657600"/>
            <a:ext cx="2286000" cy="731520"/>
          </a:xfrm>
          <a:prstGeom prst="rect">
            <a:avLst/>
          </a:prstGeom>
          <a:noFill/>
          <a:ln/>
        </p:spPr>
        <p:txBody>
          <a:bodyPr wrap="square" lIns="0" tIns="0" rIns="0" bIns="0" rtlCol="0" anchor="t"/>
          <a:lstStyle/>
          <a:p>
            <a:pPr algn="ctr" indent="0" marL="0">
              <a:buNone/>
            </a:pPr>
            <a:r>
              <a:rPr lang="en-US" sz="1700" b="1" dirty="0">
                <a:solidFill>
                  <a:schemeClr val="tx1"/>
                </a:solidFill>
              </a:rPr>
              <a:t>Swipe up on the screen</a:t>
            </a:r>
            <a:endParaRPr lang="en-US" sz="1700" dirty="0"/>
          </a:p>
        </p:txBody>
      </p:sp>
      <p:sp>
        <p:nvSpPr>
          <p:cNvPr id="16" name="Card 55"/>
          <p:cNvSpPr/>
          <p:nvPr/>
        </p:nvSpPr>
        <p:spPr>
          <a:xfrm>
            <a:off x="6126480" y="1188720"/>
            <a:ext cx="2651760" cy="3291840"/>
          </a:xfrm>
          <a:prstGeom prst="roundRect">
            <a:avLst>
              <a:gd name="adj" fmla="val 4138"/>
            </a:avLst>
          </a:prstGeom>
          <a:solidFill>
            <a:srgbClr val="FFFFFF"/>
          </a:solidFill>
          <a:ln/>
          <a:effectLst>
            <a:outerShdw sx="100000" sy="100000" kx="0" ky="0" algn="bl" rotWithShape="0" blurRad="76200" dist="25400" dir="5400000">
              <a:srgbClr val="2B2250">
                <a:alpha val="15000"/>
              </a:srgbClr>
            </a:outerShdw>
          </a:effectLst>
        </p:spPr>
      </p:sp>
      <p:sp>
        <p:nvSpPr>
          <p:cNvPr id="17" name="Shape 13"/>
          <p:cNvSpPr/>
          <p:nvPr/>
        </p:nvSpPr>
        <p:spPr>
          <a:xfrm>
            <a:off x="6263640" y="1325880"/>
            <a:ext cx="502920" cy="502920"/>
          </a:xfrm>
          <a:prstGeom prst="ellipse">
            <a:avLst/>
          </a:prstGeom>
          <a:solidFill>
            <a:srgbClr val="1FB89A"/>
          </a:solidFill>
          <a:ln w="12700">
            <a:solidFill>
              <a:srgbClr val="1FB89A"/>
            </a:solidFill>
            <a:prstDash val="solid"/>
          </a:ln>
        </p:spPr>
      </p:sp>
      <p:sp>
        <p:nvSpPr>
          <p:cNvPr id="18" name="Text 56"/>
          <p:cNvSpPr txBox="1"/>
          <p:nvPr/>
        </p:nvSpPr>
        <p:spPr>
          <a:xfrm>
            <a:off x="626364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9" name="Shape 15"/>
          <p:cNvSpPr/>
          <p:nvPr/>
        </p:nvSpPr>
        <p:spPr>
          <a:xfrm>
            <a:off x="6720840" y="2011680"/>
            <a:ext cx="1463040" cy="1463040"/>
          </a:xfrm>
          <a:prstGeom prst="ellipse">
            <a:avLst/>
          </a:prstGeom>
          <a:solidFill>
            <a:srgbClr val="1FB89A"/>
          </a:solidFill>
          <a:ln w="12700">
            <a:solidFill>
              <a:srgbClr val="1FB89A"/>
            </a:solidFill>
            <a:prstDash val="solid"/>
          </a:ln>
        </p:spPr>
      </p:sp>
      <p:pic>
        <p:nvPicPr>
          <p:cNvPr id="20" name="Icon 57" descr="FaTh">    </p:cNvPr>
          <p:cNvPicPr>
            <a:picLocks noChangeAspect="1"/>
          </p:cNvPicPr>
          <p:nvPr/>
        </p:nvPicPr>
        <p:blipFill>
          <a:blip r:embed="rId3"/>
          <a:stretch>
            <a:fillRect/>
          </a:stretch>
        </p:blipFill>
        <p:spPr>
          <a:xfrm>
            <a:off x="7086600" y="2377440"/>
            <a:ext cx="731520" cy="731520"/>
          </a:xfrm>
          <a:prstGeom prst="rect">
            <a:avLst/>
          </a:prstGeom>
        </p:spPr>
      </p:pic>
      <p:sp>
        <p:nvSpPr>
          <p:cNvPr id="21" name="Text 58"/>
          <p:cNvSpPr txBox="1"/>
          <p:nvPr/>
        </p:nvSpPr>
        <p:spPr>
          <a:xfrm>
            <a:off x="6309360" y="3657600"/>
            <a:ext cx="2286000" cy="731520"/>
          </a:xfrm>
          <a:prstGeom prst="rect">
            <a:avLst/>
          </a:prstGeom>
          <a:noFill/>
          <a:ln/>
        </p:spPr>
        <p:txBody>
          <a:bodyPr wrap="square" lIns="0" tIns="0" rIns="0" bIns="0" rtlCol="0" anchor="t"/>
          <a:lstStyle/>
          <a:p>
            <a:pPr algn="ctr" indent="0" marL="0">
              <a:buNone/>
            </a:pPr>
            <a:r>
              <a:rPr lang="en-US" sz="1700" b="1" dirty="0">
                <a:solidFill>
                  <a:schemeClr val="tx1"/>
                </a:solidFill>
              </a:rPr>
              <a:t>Tap the app you want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3: Finger skills</a:t>
            </a:r>
            <a:endParaRPr lang="en-US" sz="2800" dirty="0"/>
          </a:p>
        </p:txBody>
      </p:sp>
      <p:sp>
        <p:nvSpPr>
          <p:cNvPr id="3" name="Accent 59"/>
          <p:cNvSpPr/>
          <p:nvPr/>
        </p:nvSpPr>
        <p:spPr>
          <a:xfrm>
            <a:off x="0" y="256032"/>
            <a:ext cx="164592" cy="685800"/>
          </a:xfrm>
          <a:prstGeom prst="rect">
            <a:avLst/>
          </a:prstGeom>
          <a:solidFill>
            <a:srgbClr val="FF9A3D"/>
          </a:solidFill>
          <a:ln w="12700">
            <a:solidFill>
              <a:srgbClr val="FF9A3D"/>
            </a:solidFill>
            <a:prstDash val="solid"/>
          </a:ln>
        </p:spPr>
      </p:sp>
      <p:sp>
        <p:nvSpPr>
          <p:cNvPr id="4" name="Card 60"/>
          <p:cNvSpPr/>
          <p:nvPr/>
        </p:nvSpPr>
        <p:spPr>
          <a:xfrm>
            <a:off x="365760" y="1188720"/>
            <a:ext cx="2011680" cy="3474720"/>
          </a:xfrm>
          <a:prstGeom prst="roundRect">
            <a:avLst>
              <a:gd name="adj" fmla="val 5455"/>
            </a:avLst>
          </a:prstGeom>
          <a:solidFill>
            <a:srgbClr val="FFFFFF"/>
          </a:solidFill>
          <a:ln/>
          <a:effectLst>
            <a:outerShdw sx="100000" sy="100000" kx="0" ky="0" algn="bl" rotWithShape="0" blurRad="76200" dist="25400" dir="5400000">
              <a:srgbClr val="2B2250">
                <a:alpha val="15000"/>
              </a:srgbClr>
            </a:outerShdw>
          </a:effectLst>
        </p:spPr>
      </p:sp>
      <p:sp>
        <p:nvSpPr>
          <p:cNvPr id="5" name="Shape 3"/>
          <p:cNvSpPr/>
          <p:nvPr/>
        </p:nvSpPr>
        <p:spPr>
          <a:xfrm>
            <a:off x="365760" y="1188720"/>
            <a:ext cx="2011680" cy="82296"/>
          </a:xfrm>
          <a:prstGeom prst="rect">
            <a:avLst/>
          </a:prstGeom>
          <a:solidFill>
            <a:srgbClr val="FF5C8A"/>
          </a:solidFill>
          <a:ln w="12700">
            <a:solidFill>
              <a:srgbClr val="FF5C8A"/>
            </a:solidFill>
            <a:prstDash val="solid"/>
          </a:ln>
        </p:spPr>
      </p:sp>
      <p:sp>
        <p:nvSpPr>
          <p:cNvPr id="6" name="Shape 4"/>
          <p:cNvSpPr/>
          <p:nvPr/>
        </p:nvSpPr>
        <p:spPr>
          <a:xfrm>
            <a:off x="914400" y="1463040"/>
            <a:ext cx="914400" cy="914400"/>
          </a:xfrm>
          <a:prstGeom prst="ellipse">
            <a:avLst/>
          </a:prstGeom>
          <a:solidFill>
            <a:srgbClr val="FF5C8A"/>
          </a:solidFill>
          <a:ln w="12700">
            <a:solidFill>
              <a:srgbClr val="FF5C8A"/>
            </a:solidFill>
            <a:prstDash val="solid"/>
          </a:ln>
        </p:spPr>
      </p:sp>
      <p:pic>
        <p:nvPicPr>
          <p:cNvPr id="7" name="Icon 61" descr="FaHandPointUp">    </p:cNvPr>
          <p:cNvPicPr>
            <a:picLocks noChangeAspect="1"/>
          </p:cNvPicPr>
          <p:nvPr/>
        </p:nvPicPr>
        <p:blipFill>
          <a:blip r:embed="rId1"/>
          <a:stretch>
            <a:fillRect/>
          </a:stretch>
        </p:blipFill>
        <p:spPr>
          <a:xfrm>
            <a:off x="1143000" y="1691640"/>
            <a:ext cx="457200" cy="457200"/>
          </a:xfrm>
          <a:prstGeom prst="rect">
            <a:avLst/>
          </a:prstGeom>
        </p:spPr>
      </p:pic>
      <p:sp>
        <p:nvSpPr>
          <p:cNvPr id="8" name="Text 62"/>
          <p:cNvSpPr txBox="1"/>
          <p:nvPr/>
        </p:nvSpPr>
        <p:spPr>
          <a:xfrm>
            <a:off x="457200" y="2560320"/>
            <a:ext cx="1828800" cy="457200"/>
          </a:xfrm>
          <a:prstGeom prst="rect">
            <a:avLst/>
          </a:prstGeom>
          <a:noFill/>
          <a:ln/>
        </p:spPr>
        <p:txBody>
          <a:bodyPr wrap="square" lIns="0" tIns="0" rIns="0" bIns="0" rtlCol="0" anchor="t"/>
          <a:lstStyle/>
          <a:p>
            <a:pPr algn="ctr" indent="0" marL="0">
              <a:buNone/>
            </a:pPr>
            <a:r>
              <a:rPr lang="en-US" sz="1800" b="1" dirty="0">
                <a:solidFill>
                  <a:srgbClr val="FF5C8A"/>
                </a:solidFill>
              </a:rPr>
              <a:t>TAP</a:t>
            </a:r>
            <a:endParaRPr lang="en-US" sz="1800" dirty="0"/>
          </a:p>
        </p:txBody>
      </p:sp>
      <p:sp>
        <p:nvSpPr>
          <p:cNvPr id="9" name="Text 63"/>
          <p:cNvSpPr txBox="1"/>
          <p:nvPr/>
        </p:nvSpPr>
        <p:spPr>
          <a:xfrm>
            <a:off x="502920" y="306324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one quick touch</a:t>
            </a:r>
            <a:endParaRPr lang="en-US" sz="1400" dirty="0"/>
          </a:p>
        </p:txBody>
      </p:sp>
      <p:sp>
        <p:nvSpPr>
          <p:cNvPr id="10" name="Text 64"/>
          <p:cNvSpPr txBox="1"/>
          <p:nvPr/>
        </p:nvSpPr>
        <p:spPr>
          <a:xfrm>
            <a:off x="502920" y="3931920"/>
            <a:ext cx="1737360" cy="548640"/>
          </a:xfrm>
          <a:prstGeom prst="rect">
            <a:avLst/>
          </a:prstGeom>
          <a:noFill/>
          <a:ln/>
        </p:spPr>
        <p:txBody>
          <a:bodyPr wrap="square" lIns="0" tIns="0" rIns="0" bIns="0" rtlCol="0" anchor="t"/>
          <a:lstStyle/>
          <a:p>
            <a:pPr algn="ctr" indent="0" marL="0">
              <a:buNone/>
            </a:pPr>
            <a:r>
              <a:rPr lang="en-US" sz="1200" dirty="0">
                <a:solidFill>
                  <a:srgbClr val="6B6685"/>
                </a:solidFill>
              </a:rPr>
              <a:t>(like a click)</a:t>
            </a:r>
            <a:endParaRPr lang="en-US" sz="1200" dirty="0"/>
          </a:p>
        </p:txBody>
      </p:sp>
      <p:sp>
        <p:nvSpPr>
          <p:cNvPr id="11" name="Card 65"/>
          <p:cNvSpPr/>
          <p:nvPr/>
        </p:nvSpPr>
        <p:spPr>
          <a:xfrm>
            <a:off x="2514600" y="1188720"/>
            <a:ext cx="2011680" cy="3474720"/>
          </a:xfrm>
          <a:prstGeom prst="roundRect">
            <a:avLst>
              <a:gd name="adj" fmla="val 5455"/>
            </a:avLst>
          </a:prstGeom>
          <a:solidFill>
            <a:srgbClr val="FFFFFF"/>
          </a:solidFill>
          <a:ln/>
          <a:effectLst>
            <a:outerShdw sx="100000" sy="100000" kx="0" ky="0" algn="bl" rotWithShape="0" blurRad="76200" dist="25400" dir="5400000">
              <a:srgbClr val="2B2250">
                <a:alpha val="15000"/>
              </a:srgbClr>
            </a:outerShdw>
          </a:effectLst>
        </p:spPr>
      </p:sp>
      <p:sp>
        <p:nvSpPr>
          <p:cNvPr id="12" name="Shape 9"/>
          <p:cNvSpPr/>
          <p:nvPr/>
        </p:nvSpPr>
        <p:spPr>
          <a:xfrm>
            <a:off x="2514600" y="1188720"/>
            <a:ext cx="2011680" cy="82296"/>
          </a:xfrm>
          <a:prstGeom prst="rect">
            <a:avLst/>
          </a:prstGeom>
          <a:solidFill>
            <a:srgbClr val="FF9A3D"/>
          </a:solidFill>
          <a:ln w="12700">
            <a:solidFill>
              <a:srgbClr val="FF9A3D"/>
            </a:solidFill>
            <a:prstDash val="solid"/>
          </a:ln>
        </p:spPr>
      </p:sp>
      <p:sp>
        <p:nvSpPr>
          <p:cNvPr id="13" name="Shape 10"/>
          <p:cNvSpPr/>
          <p:nvPr/>
        </p:nvSpPr>
        <p:spPr>
          <a:xfrm>
            <a:off x="3063240" y="1463040"/>
            <a:ext cx="914400" cy="914400"/>
          </a:xfrm>
          <a:prstGeom prst="ellipse">
            <a:avLst/>
          </a:prstGeom>
          <a:solidFill>
            <a:srgbClr val="FF9A3D"/>
          </a:solidFill>
          <a:ln w="12700">
            <a:solidFill>
              <a:srgbClr val="FF9A3D"/>
            </a:solidFill>
            <a:prstDash val="solid"/>
          </a:ln>
        </p:spPr>
      </p:sp>
      <p:pic>
        <p:nvPicPr>
          <p:cNvPr id="14" name="Icon 66" descr="FaHandPointer">    </p:cNvPr>
          <p:cNvPicPr>
            <a:picLocks noChangeAspect="1"/>
          </p:cNvPicPr>
          <p:nvPr/>
        </p:nvPicPr>
        <p:blipFill>
          <a:blip r:embed="rId2"/>
          <a:stretch>
            <a:fillRect/>
          </a:stretch>
        </p:blipFill>
        <p:spPr>
          <a:xfrm>
            <a:off x="3291840" y="1691640"/>
            <a:ext cx="457200" cy="457200"/>
          </a:xfrm>
          <a:prstGeom prst="rect">
            <a:avLst/>
          </a:prstGeom>
        </p:spPr>
      </p:pic>
      <p:sp>
        <p:nvSpPr>
          <p:cNvPr id="15" name="Text 67"/>
          <p:cNvSpPr txBox="1"/>
          <p:nvPr/>
        </p:nvSpPr>
        <p:spPr>
          <a:xfrm>
            <a:off x="2606040" y="2560320"/>
            <a:ext cx="1828800" cy="457200"/>
          </a:xfrm>
          <a:prstGeom prst="rect">
            <a:avLst/>
          </a:prstGeom>
          <a:noFill/>
          <a:ln/>
        </p:spPr>
        <p:txBody>
          <a:bodyPr wrap="square" lIns="0" tIns="0" rIns="0" bIns="0" rtlCol="0" anchor="t"/>
          <a:lstStyle/>
          <a:p>
            <a:pPr algn="ctr" indent="0" marL="0">
              <a:buNone/>
            </a:pPr>
            <a:r>
              <a:rPr lang="en-US" sz="1800" b="1" dirty="0">
                <a:solidFill>
                  <a:srgbClr val="FF9A3D"/>
                </a:solidFill>
              </a:rPr>
              <a:t>DOUBLE-TAP</a:t>
            </a:r>
            <a:endParaRPr lang="en-US" sz="1800" dirty="0"/>
          </a:p>
        </p:txBody>
      </p:sp>
      <p:sp>
        <p:nvSpPr>
          <p:cNvPr id="16" name="Text 68"/>
          <p:cNvSpPr txBox="1"/>
          <p:nvPr/>
        </p:nvSpPr>
        <p:spPr>
          <a:xfrm>
            <a:off x="2651760" y="306324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two quick taps</a:t>
            </a:r>
            <a:endParaRPr lang="en-US" sz="1400" dirty="0"/>
          </a:p>
        </p:txBody>
      </p:sp>
      <p:sp>
        <p:nvSpPr>
          <p:cNvPr id="17" name="Text 69"/>
          <p:cNvSpPr txBox="1"/>
          <p:nvPr/>
        </p:nvSpPr>
        <p:spPr>
          <a:xfrm>
            <a:off x="2651760" y="3931920"/>
            <a:ext cx="1737360" cy="548640"/>
          </a:xfrm>
          <a:prstGeom prst="rect">
            <a:avLst/>
          </a:prstGeom>
          <a:noFill/>
          <a:ln/>
        </p:spPr>
        <p:txBody>
          <a:bodyPr wrap="square" lIns="0" tIns="0" rIns="0" bIns="0" rtlCol="0" anchor="t"/>
          <a:lstStyle/>
          <a:p>
            <a:pPr algn="ctr" indent="0" marL="0">
              <a:buNone/>
            </a:pPr>
            <a:r>
              <a:rPr lang="en-US" sz="1200" dirty="0">
                <a:solidFill>
                  <a:srgbClr val="6B6685"/>
                </a:solidFill>
              </a:rPr>
              <a:t>(like a double-click)</a:t>
            </a:r>
            <a:endParaRPr lang="en-US" sz="1200" dirty="0"/>
          </a:p>
        </p:txBody>
      </p:sp>
      <p:sp>
        <p:nvSpPr>
          <p:cNvPr id="18" name="Card 70"/>
          <p:cNvSpPr/>
          <p:nvPr/>
        </p:nvSpPr>
        <p:spPr>
          <a:xfrm>
            <a:off x="4663440" y="1188720"/>
            <a:ext cx="2011680" cy="3474720"/>
          </a:xfrm>
          <a:prstGeom prst="roundRect">
            <a:avLst>
              <a:gd name="adj" fmla="val 5455"/>
            </a:avLst>
          </a:prstGeom>
          <a:solidFill>
            <a:srgbClr val="FFFFFF"/>
          </a:solidFill>
          <a:ln/>
          <a:effectLst>
            <a:outerShdw sx="100000" sy="100000" kx="0" ky="0" algn="bl" rotWithShape="0" blurRad="76200" dist="25400" dir="5400000">
              <a:srgbClr val="2B2250">
                <a:alpha val="15000"/>
              </a:srgbClr>
            </a:outerShdw>
          </a:effectLst>
        </p:spPr>
      </p:sp>
      <p:sp>
        <p:nvSpPr>
          <p:cNvPr id="19" name="Shape 15"/>
          <p:cNvSpPr/>
          <p:nvPr/>
        </p:nvSpPr>
        <p:spPr>
          <a:xfrm>
            <a:off x="4663440" y="1188720"/>
            <a:ext cx="2011680" cy="82296"/>
          </a:xfrm>
          <a:prstGeom prst="rect">
            <a:avLst/>
          </a:prstGeom>
          <a:solidFill>
            <a:srgbClr val="1FB89A"/>
          </a:solidFill>
          <a:ln w="12700">
            <a:solidFill>
              <a:srgbClr val="1FB89A"/>
            </a:solidFill>
            <a:prstDash val="solid"/>
          </a:ln>
        </p:spPr>
      </p:sp>
      <p:sp>
        <p:nvSpPr>
          <p:cNvPr id="20" name="Shape 16"/>
          <p:cNvSpPr/>
          <p:nvPr/>
        </p:nvSpPr>
        <p:spPr>
          <a:xfrm>
            <a:off x="5212080" y="1463040"/>
            <a:ext cx="914400" cy="914400"/>
          </a:xfrm>
          <a:prstGeom prst="ellipse">
            <a:avLst/>
          </a:prstGeom>
          <a:solidFill>
            <a:srgbClr val="1FB89A"/>
          </a:solidFill>
          <a:ln w="12700">
            <a:solidFill>
              <a:srgbClr val="1FB89A"/>
            </a:solidFill>
            <a:prstDash val="solid"/>
          </a:ln>
        </p:spPr>
      </p:sp>
      <p:pic>
        <p:nvPicPr>
          <p:cNvPr id="21" name="Icon 71" descr="FaHandPaper">    </p:cNvPr>
          <p:cNvPicPr>
            <a:picLocks noChangeAspect="1"/>
          </p:cNvPicPr>
          <p:nvPr/>
        </p:nvPicPr>
        <p:blipFill>
          <a:blip r:embed="rId3"/>
          <a:stretch>
            <a:fillRect/>
          </a:stretch>
        </p:blipFill>
        <p:spPr>
          <a:xfrm>
            <a:off x="5440680" y="1691640"/>
            <a:ext cx="457200" cy="457200"/>
          </a:xfrm>
          <a:prstGeom prst="rect">
            <a:avLst/>
          </a:prstGeom>
        </p:spPr>
      </p:pic>
      <p:sp>
        <p:nvSpPr>
          <p:cNvPr id="22" name="Text 72"/>
          <p:cNvSpPr txBox="1"/>
          <p:nvPr/>
        </p:nvSpPr>
        <p:spPr>
          <a:xfrm>
            <a:off x="4754880" y="2560320"/>
            <a:ext cx="1828800" cy="457200"/>
          </a:xfrm>
          <a:prstGeom prst="rect">
            <a:avLst/>
          </a:prstGeom>
          <a:noFill/>
          <a:ln/>
        </p:spPr>
        <p:txBody>
          <a:bodyPr wrap="square" lIns="0" tIns="0" rIns="0" bIns="0" rtlCol="0" anchor="t"/>
          <a:lstStyle/>
          <a:p>
            <a:pPr algn="ctr" indent="0" marL="0">
              <a:buNone/>
            </a:pPr>
            <a:r>
              <a:rPr lang="en-US" sz="1800" b="1" dirty="0">
                <a:solidFill>
                  <a:srgbClr val="1FB89A"/>
                </a:solidFill>
              </a:rPr>
              <a:t>DRAG</a:t>
            </a:r>
            <a:endParaRPr lang="en-US" sz="1800" dirty="0"/>
          </a:p>
        </p:txBody>
      </p:sp>
      <p:sp>
        <p:nvSpPr>
          <p:cNvPr id="23" name="Text 73"/>
          <p:cNvSpPr txBox="1"/>
          <p:nvPr/>
        </p:nvSpPr>
        <p:spPr>
          <a:xfrm>
            <a:off x="4800600" y="306324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touch, slide, let go</a:t>
            </a:r>
            <a:endParaRPr lang="en-US" sz="1400" dirty="0"/>
          </a:p>
        </p:txBody>
      </p:sp>
      <p:sp>
        <p:nvSpPr>
          <p:cNvPr id="24" name="Text 74"/>
          <p:cNvSpPr txBox="1"/>
          <p:nvPr/>
        </p:nvSpPr>
        <p:spPr>
          <a:xfrm>
            <a:off x="4800600" y="3931920"/>
            <a:ext cx="1737360" cy="548640"/>
          </a:xfrm>
          <a:prstGeom prst="rect">
            <a:avLst/>
          </a:prstGeom>
          <a:noFill/>
          <a:ln/>
        </p:spPr>
        <p:txBody>
          <a:bodyPr wrap="square" lIns="0" tIns="0" rIns="0" bIns="0" rtlCol="0" anchor="t"/>
          <a:lstStyle/>
          <a:p>
            <a:pPr algn="ctr" indent="0" marL="0">
              <a:buNone/>
            </a:pPr>
            <a:r>
              <a:rPr lang="en-US" sz="1200" dirty="0">
                <a:solidFill>
                  <a:srgbClr val="6B6685"/>
                </a:solidFill>
              </a:rPr>
              <a:t>(like click and drag)</a:t>
            </a:r>
            <a:endParaRPr lang="en-US" sz="1200" dirty="0"/>
          </a:p>
        </p:txBody>
      </p:sp>
      <p:sp>
        <p:nvSpPr>
          <p:cNvPr id="25" name="Card 75"/>
          <p:cNvSpPr/>
          <p:nvPr/>
        </p:nvSpPr>
        <p:spPr>
          <a:xfrm>
            <a:off x="6812280" y="1188720"/>
            <a:ext cx="2011680" cy="3474720"/>
          </a:xfrm>
          <a:prstGeom prst="roundRect">
            <a:avLst>
              <a:gd name="adj" fmla="val 5455"/>
            </a:avLst>
          </a:prstGeom>
          <a:solidFill>
            <a:srgbClr val="FFFFFF"/>
          </a:solidFill>
          <a:ln/>
          <a:effectLst>
            <a:outerShdw sx="100000" sy="100000" kx="0" ky="0" algn="bl" rotWithShape="0" blurRad="76200" dist="25400" dir="5400000">
              <a:srgbClr val="2B2250">
                <a:alpha val="15000"/>
              </a:srgbClr>
            </a:outerShdw>
          </a:effectLst>
        </p:spPr>
      </p:sp>
      <p:sp>
        <p:nvSpPr>
          <p:cNvPr id="26" name="Shape 21"/>
          <p:cNvSpPr/>
          <p:nvPr/>
        </p:nvSpPr>
        <p:spPr>
          <a:xfrm>
            <a:off x="6812280" y="1188720"/>
            <a:ext cx="2011680" cy="82296"/>
          </a:xfrm>
          <a:prstGeom prst="rect">
            <a:avLst/>
          </a:prstGeom>
          <a:solidFill>
            <a:srgbClr val="6C63FF"/>
          </a:solidFill>
          <a:ln w="12700">
            <a:solidFill>
              <a:srgbClr val="6C63FF"/>
            </a:solidFill>
            <a:prstDash val="solid"/>
          </a:ln>
        </p:spPr>
      </p:sp>
      <p:sp>
        <p:nvSpPr>
          <p:cNvPr id="27" name="Shape 22"/>
          <p:cNvSpPr/>
          <p:nvPr/>
        </p:nvSpPr>
        <p:spPr>
          <a:xfrm>
            <a:off x="7360920" y="1463040"/>
            <a:ext cx="914400" cy="914400"/>
          </a:xfrm>
          <a:prstGeom prst="ellipse">
            <a:avLst/>
          </a:prstGeom>
          <a:solidFill>
            <a:srgbClr val="6C63FF"/>
          </a:solidFill>
          <a:ln w="12700">
            <a:solidFill>
              <a:srgbClr val="6C63FF"/>
            </a:solidFill>
            <a:prstDash val="solid"/>
          </a:ln>
        </p:spPr>
      </p:sp>
      <p:pic>
        <p:nvPicPr>
          <p:cNvPr id="28" name="Icon 76" descr="FaPencilAlt">    </p:cNvPr>
          <p:cNvPicPr>
            <a:picLocks noChangeAspect="1"/>
          </p:cNvPicPr>
          <p:nvPr/>
        </p:nvPicPr>
        <p:blipFill>
          <a:blip r:embed="rId4"/>
          <a:stretch>
            <a:fillRect/>
          </a:stretch>
        </p:blipFill>
        <p:spPr>
          <a:xfrm>
            <a:off x="7589520" y="1691640"/>
            <a:ext cx="457200" cy="457200"/>
          </a:xfrm>
          <a:prstGeom prst="rect">
            <a:avLst/>
          </a:prstGeom>
        </p:spPr>
      </p:pic>
      <p:sp>
        <p:nvSpPr>
          <p:cNvPr id="29" name="Text 77"/>
          <p:cNvSpPr txBox="1"/>
          <p:nvPr/>
        </p:nvSpPr>
        <p:spPr>
          <a:xfrm>
            <a:off x="6903720" y="2560320"/>
            <a:ext cx="1828800" cy="457200"/>
          </a:xfrm>
          <a:prstGeom prst="rect">
            <a:avLst/>
          </a:prstGeom>
          <a:noFill/>
          <a:ln/>
        </p:spPr>
        <p:txBody>
          <a:bodyPr wrap="square" lIns="0" tIns="0" rIns="0" bIns="0" rtlCol="0" anchor="t"/>
          <a:lstStyle/>
          <a:p>
            <a:pPr algn="ctr" indent="0" marL="0">
              <a:buNone/>
            </a:pPr>
            <a:r>
              <a:rPr lang="en-US" sz="1800" b="1" dirty="0">
                <a:solidFill>
                  <a:srgbClr val="6C63FF"/>
                </a:solidFill>
              </a:rPr>
              <a:t>DRAW</a:t>
            </a:r>
            <a:endParaRPr lang="en-US" sz="1800" dirty="0"/>
          </a:p>
        </p:txBody>
      </p:sp>
      <p:sp>
        <p:nvSpPr>
          <p:cNvPr id="30" name="Text 78"/>
          <p:cNvSpPr txBox="1"/>
          <p:nvPr/>
        </p:nvSpPr>
        <p:spPr>
          <a:xfrm>
            <a:off x="6949440" y="306324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slide your finger to make a picture</a:t>
            </a:r>
            <a:endParaRPr lang="en-US" sz="1400" dirty="0"/>
          </a:p>
        </p:txBody>
      </p:sp>
      <p:sp>
        <p:nvSpPr>
          <p:cNvPr id="31" name="Text 79"/>
          <p:cNvSpPr txBox="1"/>
          <p:nvPr/>
        </p:nvSpPr>
        <p:spPr>
          <a:xfrm>
            <a:off x="6949440" y="3931920"/>
            <a:ext cx="1737360" cy="548640"/>
          </a:xfrm>
          <a:prstGeom prst="rect">
            <a:avLst/>
          </a:prstGeom>
          <a:noFill/>
          <a:ln/>
        </p:spPr>
        <p:txBody>
          <a:bodyPr wrap="square" lIns="0" tIns="0" rIns="0" bIns="0" rtlCol="0" anchor="t"/>
          <a:lstStyle/>
          <a:p>
            <a:pPr algn="ctr" indent="0" marL="0">
              <a:buNone/>
            </a:pPr>
            <a:r>
              <a:rPr lang="en-US" sz="1200" dirty="0">
                <a:solidFill>
                  <a:srgbClr val="6B6685"/>
                </a:solidFill>
              </a:rPr>
              <a:t>(like drawing with a mouse)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80"/>
          <p:cNvSpPr txBox="1"/>
          <p:nvPr/>
        </p:nvSpPr>
        <p:spPr>
          <a:xfrm>
            <a:off x="548640" y="320040"/>
            <a:ext cx="7315200" cy="640080"/>
          </a:xfrm>
          <a:prstGeom prst="rect">
            <a:avLst/>
          </a:prstGeom>
          <a:noFill/>
          <a:ln/>
        </p:spPr>
        <p:txBody>
          <a:bodyPr wrap="square" lIns="0" tIns="0" rIns="0" bIns="0" rtlCol="0" anchor="ctr"/>
          <a:lstStyle/>
          <a:p>
            <a:pPr indent="0" marL="0">
              <a:buNone/>
            </a:pPr>
            <a:r>
              <a:rPr lang="en-US" sz="3200" b="1" dirty="0">
                <a:solidFill>
                  <a:schemeClr val="bg1"/>
                </a:solidFill>
              </a:rPr>
              <a:t>Finger challenge!</a:t>
            </a:r>
            <a:endParaRPr lang="en-US" sz="3200" dirty="0"/>
          </a:p>
        </p:txBody>
      </p:sp>
      <p:sp>
        <p:nvSpPr>
          <p:cNvPr id="3" name="Card 81"/>
          <p:cNvSpPr/>
          <p:nvPr/>
        </p:nvSpPr>
        <p:spPr>
          <a:xfrm>
            <a:off x="548640" y="1143000"/>
            <a:ext cx="8046720" cy="822960"/>
          </a:xfrm>
          <a:prstGeom prst="roundRect">
            <a:avLst>
              <a:gd name="adj" fmla="val 13333"/>
            </a:avLst>
          </a:prstGeom>
          <a:solidFill>
            <a:srgbClr val="3D3470"/>
          </a:solidFill>
          <a:ln/>
        </p:spPr>
      </p:sp>
      <p:sp>
        <p:nvSpPr>
          <p:cNvPr id="4" name="Shape 2"/>
          <p:cNvSpPr/>
          <p:nvPr/>
        </p:nvSpPr>
        <p:spPr>
          <a:xfrm>
            <a:off x="731520" y="1280160"/>
            <a:ext cx="548640" cy="548640"/>
          </a:xfrm>
          <a:prstGeom prst="ellipse">
            <a:avLst/>
          </a:prstGeom>
          <a:solidFill>
            <a:srgbClr val="FF5C8A"/>
          </a:solidFill>
          <a:ln w="12700">
            <a:solidFill>
              <a:srgbClr val="FF5C8A"/>
            </a:solidFill>
            <a:prstDash val="solid"/>
          </a:ln>
        </p:spPr>
      </p:sp>
      <p:pic>
        <p:nvPicPr>
          <p:cNvPr id="5" name="Icon 82" descr="FaHandPointUp">    </p:cNvPr>
          <p:cNvPicPr>
            <a:picLocks noChangeAspect="1"/>
          </p:cNvPicPr>
          <p:nvPr/>
        </p:nvPicPr>
        <p:blipFill>
          <a:blip r:embed="rId1"/>
          <a:stretch>
            <a:fillRect/>
          </a:stretch>
        </p:blipFill>
        <p:spPr>
          <a:xfrm>
            <a:off x="868680" y="1417320"/>
            <a:ext cx="274320" cy="274320"/>
          </a:xfrm>
          <a:prstGeom prst="rect">
            <a:avLst/>
          </a:prstGeom>
        </p:spPr>
      </p:pic>
      <p:sp>
        <p:nvSpPr>
          <p:cNvPr id="6" name="Text 83"/>
          <p:cNvSpPr txBox="1"/>
          <p:nvPr/>
        </p:nvSpPr>
        <p:spPr>
          <a:xfrm>
            <a:off x="1508760" y="1234440"/>
            <a:ext cx="6858000" cy="365760"/>
          </a:xfrm>
          <a:prstGeom prst="rect">
            <a:avLst/>
          </a:prstGeom>
          <a:noFill/>
          <a:ln/>
        </p:spPr>
        <p:txBody>
          <a:bodyPr wrap="square" lIns="0" tIns="0" rIns="0" bIns="0" rtlCol="0" anchor="t"/>
          <a:lstStyle/>
          <a:p>
            <a:pPr indent="0" marL="0">
              <a:buNone/>
            </a:pPr>
            <a:r>
              <a:rPr lang="en-US" sz="1800" b="1" dirty="0">
                <a:solidFill>
                  <a:schemeClr val="bg1"/>
                </a:solidFill>
              </a:rPr>
              <a:t>TAP 3 times on the screen</a:t>
            </a:r>
            <a:endParaRPr lang="en-US" sz="1800" dirty="0"/>
          </a:p>
        </p:txBody>
      </p:sp>
      <p:sp>
        <p:nvSpPr>
          <p:cNvPr id="7" name="Text 84"/>
          <p:cNvSpPr txBox="1"/>
          <p:nvPr/>
        </p:nvSpPr>
        <p:spPr>
          <a:xfrm>
            <a:off x="1508760" y="1600200"/>
            <a:ext cx="6858000" cy="274320"/>
          </a:xfrm>
          <a:prstGeom prst="rect">
            <a:avLst/>
          </a:prstGeom>
          <a:noFill/>
          <a:ln/>
        </p:spPr>
        <p:txBody>
          <a:bodyPr wrap="square" lIns="0" tIns="0" rIns="0" bIns="0" rtlCol="0" anchor="t"/>
          <a:lstStyle/>
          <a:p>
            <a:pPr indent="0" marL="0">
              <a:buNone/>
            </a:pPr>
            <a:r>
              <a:rPr lang="en-US" sz="1250" dirty="0">
                <a:solidFill>
                  <a:srgbClr val="FFD23F"/>
                </a:solidFill>
              </a:rPr>
              <a:t>Count out loud</a:t>
            </a:r>
            <a:endParaRPr lang="en-US" sz="1250" dirty="0"/>
          </a:p>
        </p:txBody>
      </p:sp>
      <p:sp>
        <p:nvSpPr>
          <p:cNvPr id="8" name="Card 85"/>
          <p:cNvSpPr/>
          <p:nvPr/>
        </p:nvSpPr>
        <p:spPr>
          <a:xfrm>
            <a:off x="548640" y="2075688"/>
            <a:ext cx="8046720" cy="822960"/>
          </a:xfrm>
          <a:prstGeom prst="roundRect">
            <a:avLst>
              <a:gd name="adj" fmla="val 13333"/>
            </a:avLst>
          </a:prstGeom>
          <a:solidFill>
            <a:srgbClr val="3D3470"/>
          </a:solidFill>
          <a:ln/>
        </p:spPr>
      </p:sp>
      <p:sp>
        <p:nvSpPr>
          <p:cNvPr id="9" name="Shape 6"/>
          <p:cNvSpPr/>
          <p:nvPr/>
        </p:nvSpPr>
        <p:spPr>
          <a:xfrm>
            <a:off x="731520" y="2212848"/>
            <a:ext cx="548640" cy="548640"/>
          </a:xfrm>
          <a:prstGeom prst="ellipse">
            <a:avLst/>
          </a:prstGeom>
          <a:solidFill>
            <a:srgbClr val="FF9A3D"/>
          </a:solidFill>
          <a:ln w="12700">
            <a:solidFill>
              <a:srgbClr val="FF9A3D"/>
            </a:solidFill>
            <a:prstDash val="solid"/>
          </a:ln>
        </p:spPr>
      </p:sp>
      <p:pic>
        <p:nvPicPr>
          <p:cNvPr id="10" name="Icon 86" descr="FaHandPointer">    </p:cNvPr>
          <p:cNvPicPr>
            <a:picLocks noChangeAspect="1"/>
          </p:cNvPicPr>
          <p:nvPr/>
        </p:nvPicPr>
        <p:blipFill>
          <a:blip r:embed="rId2"/>
          <a:stretch>
            <a:fillRect/>
          </a:stretch>
        </p:blipFill>
        <p:spPr>
          <a:xfrm>
            <a:off x="868680" y="2350008"/>
            <a:ext cx="274320" cy="274320"/>
          </a:xfrm>
          <a:prstGeom prst="rect">
            <a:avLst/>
          </a:prstGeom>
        </p:spPr>
      </p:pic>
      <p:sp>
        <p:nvSpPr>
          <p:cNvPr id="11" name="Text 87"/>
          <p:cNvSpPr txBox="1"/>
          <p:nvPr/>
        </p:nvSpPr>
        <p:spPr>
          <a:xfrm>
            <a:off x="1508760" y="2167128"/>
            <a:ext cx="6858000" cy="365760"/>
          </a:xfrm>
          <a:prstGeom prst="rect">
            <a:avLst/>
          </a:prstGeom>
          <a:noFill/>
          <a:ln/>
        </p:spPr>
        <p:txBody>
          <a:bodyPr wrap="square" lIns="0" tIns="0" rIns="0" bIns="0" rtlCol="0" anchor="t"/>
          <a:lstStyle/>
          <a:p>
            <a:pPr indent="0" marL="0">
              <a:buNone/>
            </a:pPr>
            <a:r>
              <a:rPr lang="en-US" sz="1800" b="1" dirty="0">
                <a:solidFill>
                  <a:schemeClr val="bg1"/>
                </a:solidFill>
              </a:rPr>
              <a:t>DOUBLE-TAP an app to open it</a:t>
            </a:r>
            <a:endParaRPr lang="en-US" sz="1800" dirty="0"/>
          </a:p>
        </p:txBody>
      </p:sp>
      <p:sp>
        <p:nvSpPr>
          <p:cNvPr id="12" name="Text 88"/>
          <p:cNvSpPr txBox="1"/>
          <p:nvPr/>
        </p:nvSpPr>
        <p:spPr>
          <a:xfrm>
            <a:off x="1508760" y="2532888"/>
            <a:ext cx="6858000" cy="274320"/>
          </a:xfrm>
          <a:prstGeom prst="rect">
            <a:avLst/>
          </a:prstGeom>
          <a:noFill/>
          <a:ln/>
        </p:spPr>
        <p:txBody>
          <a:bodyPr wrap="square" lIns="0" tIns="0" rIns="0" bIns="0" rtlCol="0" anchor="t"/>
          <a:lstStyle/>
          <a:p>
            <a:pPr indent="0" marL="0">
              <a:buNone/>
            </a:pPr>
            <a:r>
              <a:rPr lang="en-US" sz="1250" dirty="0">
                <a:solidFill>
                  <a:srgbClr val="FFD23F"/>
                </a:solidFill>
              </a:rPr>
              <a:t>Two quick taps</a:t>
            </a:r>
            <a:endParaRPr lang="en-US" sz="1250" dirty="0"/>
          </a:p>
        </p:txBody>
      </p:sp>
      <p:sp>
        <p:nvSpPr>
          <p:cNvPr id="13" name="Card 89"/>
          <p:cNvSpPr/>
          <p:nvPr/>
        </p:nvSpPr>
        <p:spPr>
          <a:xfrm>
            <a:off x="548640" y="3008376"/>
            <a:ext cx="8046720" cy="822960"/>
          </a:xfrm>
          <a:prstGeom prst="roundRect">
            <a:avLst>
              <a:gd name="adj" fmla="val 13333"/>
            </a:avLst>
          </a:prstGeom>
          <a:solidFill>
            <a:srgbClr val="3D3470"/>
          </a:solidFill>
          <a:ln/>
        </p:spPr>
      </p:sp>
      <p:sp>
        <p:nvSpPr>
          <p:cNvPr id="14" name="Shape 10"/>
          <p:cNvSpPr/>
          <p:nvPr/>
        </p:nvSpPr>
        <p:spPr>
          <a:xfrm>
            <a:off x="731520" y="3145536"/>
            <a:ext cx="548640" cy="548640"/>
          </a:xfrm>
          <a:prstGeom prst="ellipse">
            <a:avLst/>
          </a:prstGeom>
          <a:solidFill>
            <a:srgbClr val="1FB89A"/>
          </a:solidFill>
          <a:ln w="12700">
            <a:solidFill>
              <a:srgbClr val="1FB89A"/>
            </a:solidFill>
            <a:prstDash val="solid"/>
          </a:ln>
        </p:spPr>
      </p:sp>
      <p:pic>
        <p:nvPicPr>
          <p:cNvPr id="15" name="Icon 90" descr="FaHandPaper">    </p:cNvPr>
          <p:cNvPicPr>
            <a:picLocks noChangeAspect="1"/>
          </p:cNvPicPr>
          <p:nvPr/>
        </p:nvPicPr>
        <p:blipFill>
          <a:blip r:embed="rId3"/>
          <a:stretch>
            <a:fillRect/>
          </a:stretch>
        </p:blipFill>
        <p:spPr>
          <a:xfrm>
            <a:off x="868680" y="3282696"/>
            <a:ext cx="274320" cy="274320"/>
          </a:xfrm>
          <a:prstGeom prst="rect">
            <a:avLst/>
          </a:prstGeom>
        </p:spPr>
      </p:pic>
      <p:sp>
        <p:nvSpPr>
          <p:cNvPr id="16" name="Text 91"/>
          <p:cNvSpPr txBox="1"/>
          <p:nvPr/>
        </p:nvSpPr>
        <p:spPr>
          <a:xfrm>
            <a:off x="1508760" y="3099816"/>
            <a:ext cx="6858000" cy="365760"/>
          </a:xfrm>
          <a:prstGeom prst="rect">
            <a:avLst/>
          </a:prstGeom>
          <a:noFill/>
          <a:ln/>
        </p:spPr>
        <p:txBody>
          <a:bodyPr wrap="square" lIns="0" tIns="0" rIns="0" bIns="0" rtlCol="0" anchor="t"/>
          <a:lstStyle/>
          <a:p>
            <a:pPr indent="0" marL="0">
              <a:buNone/>
            </a:pPr>
            <a:r>
              <a:rPr lang="en-US" sz="1800" b="1" dirty="0">
                <a:solidFill>
                  <a:schemeClr val="bg1"/>
                </a:solidFill>
              </a:rPr>
              <a:t>DRAG an app to a new place</a:t>
            </a:r>
            <a:endParaRPr lang="en-US" sz="1800" dirty="0"/>
          </a:p>
        </p:txBody>
      </p:sp>
      <p:sp>
        <p:nvSpPr>
          <p:cNvPr id="17" name="Text 92"/>
          <p:cNvSpPr txBox="1"/>
          <p:nvPr/>
        </p:nvSpPr>
        <p:spPr>
          <a:xfrm>
            <a:off x="1508760" y="3465576"/>
            <a:ext cx="6858000" cy="274320"/>
          </a:xfrm>
          <a:prstGeom prst="rect">
            <a:avLst/>
          </a:prstGeom>
          <a:noFill/>
          <a:ln/>
        </p:spPr>
        <p:txBody>
          <a:bodyPr wrap="square" lIns="0" tIns="0" rIns="0" bIns="0" rtlCol="0" anchor="t"/>
          <a:lstStyle/>
          <a:p>
            <a:pPr indent="0" marL="0">
              <a:buNone/>
            </a:pPr>
            <a:r>
              <a:rPr lang="en-US" sz="1250" dirty="0">
                <a:solidFill>
                  <a:srgbClr val="FFD23F"/>
                </a:solidFill>
              </a:rPr>
              <a:t>Touch, slide, let go</a:t>
            </a:r>
            <a:endParaRPr lang="en-US" sz="1250" dirty="0"/>
          </a:p>
        </p:txBody>
      </p:sp>
      <p:sp>
        <p:nvSpPr>
          <p:cNvPr id="18" name="Card 93"/>
          <p:cNvSpPr/>
          <p:nvPr/>
        </p:nvSpPr>
        <p:spPr>
          <a:xfrm>
            <a:off x="548640" y="3941064"/>
            <a:ext cx="8046720" cy="822960"/>
          </a:xfrm>
          <a:prstGeom prst="roundRect">
            <a:avLst>
              <a:gd name="adj" fmla="val 13333"/>
            </a:avLst>
          </a:prstGeom>
          <a:solidFill>
            <a:srgbClr val="3D3470"/>
          </a:solidFill>
          <a:ln/>
        </p:spPr>
      </p:sp>
      <p:sp>
        <p:nvSpPr>
          <p:cNvPr id="19" name="Shape 14"/>
          <p:cNvSpPr/>
          <p:nvPr/>
        </p:nvSpPr>
        <p:spPr>
          <a:xfrm>
            <a:off x="731520" y="4078224"/>
            <a:ext cx="548640" cy="548640"/>
          </a:xfrm>
          <a:prstGeom prst="ellipse">
            <a:avLst/>
          </a:prstGeom>
          <a:solidFill>
            <a:srgbClr val="FFD23F"/>
          </a:solidFill>
          <a:ln w="12700">
            <a:solidFill>
              <a:srgbClr val="FFD23F"/>
            </a:solidFill>
            <a:prstDash val="solid"/>
          </a:ln>
        </p:spPr>
      </p:sp>
      <p:pic>
        <p:nvPicPr>
          <p:cNvPr id="20" name="Icon 94" descr="FaPencilAlt">    </p:cNvPr>
          <p:cNvPicPr>
            <a:picLocks noChangeAspect="1"/>
          </p:cNvPicPr>
          <p:nvPr/>
        </p:nvPicPr>
        <p:blipFill>
          <a:blip r:embed="rId4"/>
          <a:stretch>
            <a:fillRect/>
          </a:stretch>
        </p:blipFill>
        <p:spPr>
          <a:xfrm>
            <a:off x="868680" y="4215384"/>
            <a:ext cx="274320" cy="274320"/>
          </a:xfrm>
          <a:prstGeom prst="rect">
            <a:avLst/>
          </a:prstGeom>
        </p:spPr>
      </p:pic>
      <p:sp>
        <p:nvSpPr>
          <p:cNvPr id="21" name="Text 95"/>
          <p:cNvSpPr txBox="1"/>
          <p:nvPr/>
        </p:nvSpPr>
        <p:spPr>
          <a:xfrm>
            <a:off x="1508760" y="4032504"/>
            <a:ext cx="6858000" cy="365760"/>
          </a:xfrm>
          <a:prstGeom prst="rect">
            <a:avLst/>
          </a:prstGeom>
          <a:noFill/>
          <a:ln/>
        </p:spPr>
        <p:txBody>
          <a:bodyPr wrap="square" lIns="0" tIns="0" rIns="0" bIns="0" rtlCol="0" anchor="t"/>
          <a:lstStyle/>
          <a:p>
            <a:pPr indent="0" marL="0">
              <a:buNone/>
            </a:pPr>
            <a:r>
              <a:rPr lang="en-US" sz="1800" b="1" dirty="0">
                <a:solidFill>
                  <a:schemeClr val="bg1"/>
                </a:solidFill>
              </a:rPr>
              <a:t>DRAW a picture with your finger</a:t>
            </a:r>
            <a:endParaRPr lang="en-US" sz="1800" dirty="0"/>
          </a:p>
        </p:txBody>
      </p:sp>
      <p:sp>
        <p:nvSpPr>
          <p:cNvPr id="22" name="Text 96"/>
          <p:cNvSpPr txBox="1"/>
          <p:nvPr/>
        </p:nvSpPr>
        <p:spPr>
          <a:xfrm>
            <a:off x="1508760" y="4398264"/>
            <a:ext cx="6858000" cy="274320"/>
          </a:xfrm>
          <a:prstGeom prst="rect">
            <a:avLst/>
          </a:prstGeom>
          <a:noFill/>
          <a:ln/>
        </p:spPr>
        <p:txBody>
          <a:bodyPr wrap="square" lIns="0" tIns="0" rIns="0" bIns="0" rtlCol="0" anchor="t"/>
          <a:lstStyle/>
          <a:p>
            <a:pPr indent="0" marL="0">
              <a:buNone/>
            </a:pPr>
            <a:r>
              <a:rPr lang="en-US" sz="1250" dirty="0">
                <a:solidFill>
                  <a:srgbClr val="FFD23F"/>
                </a:solidFill>
              </a:rPr>
              <a:t>Open the drawing app</a:t>
            </a:r>
            <a:endParaRPr lang="en-US" sz="1250" dirty="0"/>
          </a:p>
        </p:txBody>
      </p:sp>
      <p:sp>
        <p:nvSpPr>
          <p:cNvPr id="24" name="Text 0"/>
          <p:cNvSpPr/>
          <p:nvPr>
            <p:ph idx="100" type="title" hasCustomPrompt="1"/>
          </p:nvPr>
        </p:nvSpPr>
        <p:spPr>
          <a:xfrm>
            <a:off x="548640" y="1097280"/>
            <a:ext cx="4937760" cy="1463040"/>
          </a:xfrm>
          <a:prstGeom prst="rect">
            <a:avLst/>
          </a:prstGeom>
          <a:noFill/>
          <a:ln/>
        </p:spPr>
        <p:txBody>
          <a:bodyPr wrap="square" lIns="0" tIns="0" rIns="0" bIns="0" rtlCol="0" anchor="t"/>
          <a:lstStyle/>
          <a:p>
            <a:pPr algn="l" indent="0" marL="0">
              <a:buNone/>
            </a:pPr>
            <a:endParaRPr lang="en-US" sz="4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4: The on-screen keyboard</a:t>
            </a:r>
            <a:endParaRPr lang="en-US" sz="2800" dirty="0"/>
          </a:p>
        </p:txBody>
      </p:sp>
      <p:sp>
        <p:nvSpPr>
          <p:cNvPr id="3" name="Accent 97"/>
          <p:cNvSpPr/>
          <p:nvPr/>
        </p:nvSpPr>
        <p:spPr>
          <a:xfrm>
            <a:off x="0" y="256032"/>
            <a:ext cx="164592" cy="685800"/>
          </a:xfrm>
          <a:prstGeom prst="rect">
            <a:avLst/>
          </a:prstGeom>
          <a:solidFill>
            <a:srgbClr val="6C63FF"/>
          </a:solidFill>
          <a:ln w="12700">
            <a:solidFill>
              <a:srgbClr val="6C63FF"/>
            </a:solidFill>
            <a:prstDash val="solid"/>
          </a:ln>
        </p:spPr>
      </p:sp>
      <p:pic>
        <p:nvPicPr>
          <p:cNvPr id="4" name="Picture 98" descr="An on-screen keyboard">    </p:cNvPr>
          <p:cNvPicPr>
            <a:picLocks noChangeAspect="1"/>
          </p:cNvPicPr>
          <p:nvPr/>
        </p:nvPicPr>
        <p:blipFill>
          <a:blip r:embed="rId1"/>
          <a:stretch>
            <a:fillRect/>
          </a:stretch>
        </p:blipFill>
        <p:spPr>
          <a:xfrm>
            <a:off x="365760" y="1097280"/>
            <a:ext cx="5852160" cy="2145792"/>
          </a:xfrm>
          <a:prstGeom prst="rect">
            <a:avLst/>
          </a:prstGeom>
        </p:spPr>
      </p:pic>
      <p:sp>
        <p:nvSpPr>
          <p:cNvPr id="5" name="Card 99"/>
          <p:cNvSpPr/>
          <p:nvPr/>
        </p:nvSpPr>
        <p:spPr>
          <a:xfrm>
            <a:off x="6400800" y="1143000"/>
            <a:ext cx="2377440" cy="1005840"/>
          </a:xfrm>
          <a:prstGeom prst="roundRect">
            <a:avLst>
              <a:gd name="adj" fmla="val 10909"/>
            </a:avLst>
          </a:prstGeom>
          <a:solidFill>
            <a:srgbClr val="FFFFFF"/>
          </a:solidFill>
          <a:ln/>
          <a:effectLst>
            <a:outerShdw sx="100000" sy="100000" kx="0" ky="0" algn="bl" rotWithShape="0" blurRad="76200" dist="25400" dir="5400000">
              <a:srgbClr val="2B2250">
                <a:alpha val="15000"/>
              </a:srgbClr>
            </a:outerShdw>
          </a:effectLst>
        </p:spPr>
      </p:sp>
      <p:sp>
        <p:nvSpPr>
          <p:cNvPr id="6" name="Shape 3"/>
          <p:cNvSpPr/>
          <p:nvPr/>
        </p:nvSpPr>
        <p:spPr>
          <a:xfrm>
            <a:off x="6510528" y="1371600"/>
            <a:ext cx="548640" cy="548640"/>
          </a:xfrm>
          <a:prstGeom prst="ellipse">
            <a:avLst/>
          </a:prstGeom>
          <a:solidFill>
            <a:srgbClr val="6C63FF"/>
          </a:solidFill>
          <a:ln w="12700">
            <a:solidFill>
              <a:srgbClr val="6C63FF"/>
            </a:solidFill>
            <a:prstDash val="solid"/>
          </a:ln>
        </p:spPr>
      </p:sp>
      <p:pic>
        <p:nvPicPr>
          <p:cNvPr id="7" name="Icon 100" descr="FaKeyboard">    </p:cNvPr>
          <p:cNvPicPr>
            <a:picLocks noChangeAspect="1"/>
          </p:cNvPicPr>
          <p:nvPr/>
        </p:nvPicPr>
        <p:blipFill>
          <a:blip r:embed="rId2"/>
          <a:stretch>
            <a:fillRect/>
          </a:stretch>
        </p:blipFill>
        <p:spPr>
          <a:xfrm>
            <a:off x="6647688" y="1508760"/>
            <a:ext cx="274320" cy="274320"/>
          </a:xfrm>
          <a:prstGeom prst="rect">
            <a:avLst/>
          </a:prstGeom>
        </p:spPr>
      </p:pic>
      <p:sp>
        <p:nvSpPr>
          <p:cNvPr id="8" name="Text 101"/>
          <p:cNvSpPr txBox="1"/>
          <p:nvPr/>
        </p:nvSpPr>
        <p:spPr>
          <a:xfrm>
            <a:off x="7178040" y="1143000"/>
            <a:ext cx="1554480" cy="1005840"/>
          </a:xfrm>
          <a:prstGeom prst="rect">
            <a:avLst/>
          </a:prstGeom>
          <a:noFill/>
          <a:ln/>
        </p:spPr>
        <p:txBody>
          <a:bodyPr wrap="square" lIns="0" tIns="0" rIns="0" bIns="0" rtlCol="0" anchor="ctr"/>
          <a:lstStyle/>
          <a:p>
            <a:pPr indent="0" marL="0">
              <a:buNone/>
            </a:pPr>
            <a:r>
              <a:rPr lang="en-US" sz="1200" b="1" dirty="0">
                <a:solidFill>
                  <a:schemeClr val="tx1"/>
                </a:solidFill>
              </a:rPr>
              <a:t>Tap a letter to type it</a:t>
            </a:r>
            <a:endParaRPr lang="en-US" sz="1200" dirty="0"/>
          </a:p>
        </p:txBody>
      </p:sp>
      <p:sp>
        <p:nvSpPr>
          <p:cNvPr id="9" name="Card 102"/>
          <p:cNvSpPr/>
          <p:nvPr/>
        </p:nvSpPr>
        <p:spPr>
          <a:xfrm>
            <a:off x="6400800" y="2286000"/>
            <a:ext cx="2377440" cy="1005840"/>
          </a:xfrm>
          <a:prstGeom prst="roundRect">
            <a:avLst>
              <a:gd name="adj" fmla="val 10909"/>
            </a:avLst>
          </a:prstGeom>
          <a:solidFill>
            <a:srgbClr val="FFFFFF"/>
          </a:solidFill>
          <a:ln/>
          <a:effectLst>
            <a:outerShdw sx="100000" sy="100000" kx="0" ky="0" algn="bl" rotWithShape="0" blurRad="76200" dist="25400" dir="5400000">
              <a:srgbClr val="2B2250">
                <a:alpha val="15000"/>
              </a:srgbClr>
            </a:outerShdw>
          </a:effectLst>
        </p:spPr>
      </p:sp>
      <p:sp>
        <p:nvSpPr>
          <p:cNvPr id="10" name="Shape 6"/>
          <p:cNvSpPr/>
          <p:nvPr/>
        </p:nvSpPr>
        <p:spPr>
          <a:xfrm>
            <a:off x="6510528" y="2514600"/>
            <a:ext cx="548640" cy="548640"/>
          </a:xfrm>
          <a:prstGeom prst="ellipse">
            <a:avLst/>
          </a:prstGeom>
          <a:solidFill>
            <a:srgbClr val="FF5C8A"/>
          </a:solidFill>
          <a:ln w="12700">
            <a:solidFill>
              <a:srgbClr val="FF5C8A"/>
            </a:solidFill>
            <a:prstDash val="solid"/>
          </a:ln>
        </p:spPr>
      </p:sp>
      <p:pic>
        <p:nvPicPr>
          <p:cNvPr id="11" name="Icon 103" descr="FaUserEdit">    </p:cNvPr>
          <p:cNvPicPr>
            <a:picLocks noChangeAspect="1"/>
          </p:cNvPicPr>
          <p:nvPr/>
        </p:nvPicPr>
        <p:blipFill>
          <a:blip r:embed="rId3"/>
          <a:stretch>
            <a:fillRect/>
          </a:stretch>
        </p:blipFill>
        <p:spPr>
          <a:xfrm>
            <a:off x="6647688" y="2651760"/>
            <a:ext cx="274320" cy="274320"/>
          </a:xfrm>
          <a:prstGeom prst="rect">
            <a:avLst/>
          </a:prstGeom>
        </p:spPr>
      </p:pic>
      <p:sp>
        <p:nvSpPr>
          <p:cNvPr id="12" name="Text 104"/>
          <p:cNvSpPr txBox="1"/>
          <p:nvPr/>
        </p:nvSpPr>
        <p:spPr>
          <a:xfrm>
            <a:off x="7178040" y="2286000"/>
            <a:ext cx="1554480" cy="1005840"/>
          </a:xfrm>
          <a:prstGeom prst="rect">
            <a:avLst/>
          </a:prstGeom>
          <a:noFill/>
          <a:ln/>
        </p:spPr>
        <p:txBody>
          <a:bodyPr wrap="square" lIns="0" tIns="0" rIns="0" bIns="0" rtlCol="0" anchor="ctr"/>
          <a:lstStyle/>
          <a:p>
            <a:pPr indent="0" marL="0">
              <a:buNone/>
            </a:pPr>
            <a:r>
              <a:rPr lang="en-US" sz="1200" b="1" dirty="0">
                <a:solidFill>
                  <a:schemeClr val="tx1"/>
                </a:solidFill>
              </a:rPr>
              <a:t>Type your name</a:t>
            </a:r>
            <a:endParaRPr lang="en-US" sz="1200" dirty="0"/>
          </a:p>
        </p:txBody>
      </p:sp>
      <p:sp>
        <p:nvSpPr>
          <p:cNvPr id="13" name="Card 105"/>
          <p:cNvSpPr/>
          <p:nvPr/>
        </p:nvSpPr>
        <p:spPr>
          <a:xfrm>
            <a:off x="6400800" y="3429000"/>
            <a:ext cx="2377440" cy="1005840"/>
          </a:xfrm>
          <a:prstGeom prst="roundRect">
            <a:avLst>
              <a:gd name="adj" fmla="val 10909"/>
            </a:avLst>
          </a:prstGeom>
          <a:solidFill>
            <a:srgbClr val="FFFFFF"/>
          </a:solidFill>
          <a:ln/>
          <a:effectLst>
            <a:outerShdw sx="100000" sy="100000" kx="0" ky="0" algn="bl" rotWithShape="0" blurRad="76200" dist="25400" dir="5400000">
              <a:srgbClr val="2B2250">
                <a:alpha val="15000"/>
              </a:srgbClr>
            </a:outerShdw>
          </a:effectLst>
        </p:spPr>
      </p:sp>
      <p:sp>
        <p:nvSpPr>
          <p:cNvPr id="14" name="Shape 9"/>
          <p:cNvSpPr/>
          <p:nvPr/>
        </p:nvSpPr>
        <p:spPr>
          <a:xfrm>
            <a:off x="6510528" y="3657600"/>
            <a:ext cx="548640" cy="548640"/>
          </a:xfrm>
          <a:prstGeom prst="ellipse">
            <a:avLst/>
          </a:prstGeom>
          <a:solidFill>
            <a:srgbClr val="1FB89A"/>
          </a:solidFill>
          <a:ln w="12700">
            <a:solidFill>
              <a:srgbClr val="1FB89A"/>
            </a:solidFill>
            <a:prstDash val="solid"/>
          </a:ln>
        </p:spPr>
      </p:sp>
      <p:pic>
        <p:nvPicPr>
          <p:cNvPr id="15" name="Icon 106" descr="FaSave">    </p:cNvPr>
          <p:cNvPicPr>
            <a:picLocks noChangeAspect="1"/>
          </p:cNvPicPr>
          <p:nvPr/>
        </p:nvPicPr>
        <p:blipFill>
          <a:blip r:embed="rId4"/>
          <a:stretch>
            <a:fillRect/>
          </a:stretch>
        </p:blipFill>
        <p:spPr>
          <a:xfrm>
            <a:off x="6647688" y="3794760"/>
            <a:ext cx="274320" cy="274320"/>
          </a:xfrm>
          <a:prstGeom prst="rect">
            <a:avLst/>
          </a:prstGeom>
        </p:spPr>
      </p:pic>
      <p:sp>
        <p:nvSpPr>
          <p:cNvPr id="16" name="Text 107"/>
          <p:cNvSpPr txBox="1"/>
          <p:nvPr/>
        </p:nvSpPr>
        <p:spPr>
          <a:xfrm>
            <a:off x="7178040" y="3429000"/>
            <a:ext cx="1554480" cy="1005840"/>
          </a:xfrm>
          <a:prstGeom prst="rect">
            <a:avLst/>
          </a:prstGeom>
          <a:noFill/>
          <a:ln/>
        </p:spPr>
        <p:txBody>
          <a:bodyPr wrap="square" lIns="0" tIns="0" rIns="0" bIns="0" rtlCol="0" anchor="ctr"/>
          <a:lstStyle/>
          <a:p>
            <a:pPr indent="0" marL="0">
              <a:buNone/>
            </a:pPr>
            <a:r>
              <a:rPr lang="en-US" sz="1200" b="1" dirty="0">
                <a:solidFill>
                  <a:schemeClr val="tx1"/>
                </a:solidFill>
              </a:rPr>
              <a:t>Tap the save icon to keep your work</a:t>
            </a:r>
            <a:endParaRPr lang="en-US" sz="1200" dirty="0"/>
          </a:p>
        </p:txBody>
      </p:sp>
      <p:sp>
        <p:nvSpPr>
          <p:cNvPr id="17" name="Card 108"/>
          <p:cNvSpPr/>
          <p:nvPr/>
        </p:nvSpPr>
        <p:spPr>
          <a:xfrm>
            <a:off x="365760" y="3566160"/>
            <a:ext cx="5852160" cy="1280160"/>
          </a:xfrm>
          <a:prstGeom prst="roundRect">
            <a:avLst>
              <a:gd name="adj" fmla="val 8571"/>
            </a:avLst>
          </a:prstGeom>
          <a:solidFill>
            <a:srgbClr val="FFF1D6"/>
          </a:solidFill>
          <a:ln/>
        </p:spPr>
      </p:sp>
      <p:sp>
        <p:nvSpPr>
          <p:cNvPr id="18" name="Text 109"/>
          <p:cNvSpPr txBox="1"/>
          <p:nvPr/>
        </p:nvSpPr>
        <p:spPr>
          <a:xfrm>
            <a:off x="548640" y="3566160"/>
            <a:ext cx="5486400" cy="1280160"/>
          </a:xfrm>
          <a:prstGeom prst="rect">
            <a:avLst/>
          </a:prstGeom>
          <a:noFill/>
          <a:ln/>
        </p:spPr>
        <p:txBody>
          <a:bodyPr wrap="square" lIns="0" tIns="0" rIns="0" bIns="0" rtlCol="0" anchor="ctr"/>
          <a:lstStyle/>
          <a:p>
            <a:pPr indent="0" marL="0">
              <a:buNone/>
            </a:pPr>
            <a:r>
              <a:rPr lang="en-US" sz="1600" b="1" dirty="0">
                <a:solidFill>
                  <a:srgbClr val="8A5A00"/>
                </a:solidFill>
              </a:rPr>
              <a:t>Typing means writing with a keyboard. On a tablet the keyboard appears on the screen when we tap a text box.</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5: Fix my writing</a:t>
            </a:r>
            <a:endParaRPr lang="en-US" sz="2800" dirty="0"/>
          </a:p>
        </p:txBody>
      </p:sp>
      <p:sp>
        <p:nvSpPr>
          <p:cNvPr id="3" name="Accent 110"/>
          <p:cNvSpPr/>
          <p:nvPr/>
        </p:nvSpPr>
        <p:spPr>
          <a:xfrm>
            <a:off x="0" y="256032"/>
            <a:ext cx="164592" cy="685800"/>
          </a:xfrm>
          <a:prstGeom prst="rect">
            <a:avLst/>
          </a:prstGeom>
          <a:solidFill>
            <a:srgbClr val="1FB89A"/>
          </a:solidFill>
          <a:ln w="12700">
            <a:solidFill>
              <a:srgbClr val="1FB89A"/>
            </a:solidFill>
            <a:prstDash val="solid"/>
          </a:ln>
        </p:spPr>
      </p:sp>
      <p:sp>
        <p:nvSpPr>
          <p:cNvPr id="4" name="Text 111"/>
          <p:cNvSpPr txBox="1"/>
          <p:nvPr/>
        </p:nvSpPr>
        <p:spPr>
          <a:xfrm>
            <a:off x="457200" y="1051560"/>
            <a:ext cx="8229600" cy="457200"/>
          </a:xfrm>
          <a:prstGeom prst="rect">
            <a:avLst/>
          </a:prstGeom>
          <a:noFill/>
          <a:ln/>
        </p:spPr>
        <p:txBody>
          <a:bodyPr wrap="square" lIns="0" tIns="0" rIns="0" bIns="0" rtlCol="0" anchor="t"/>
          <a:lstStyle/>
          <a:p>
            <a:pPr indent="0" marL="0">
              <a:buNone/>
            </a:pPr>
            <a:r>
              <a:rPr lang="en-US" sz="2000" b="1" dirty="0">
                <a:solidFill>
                  <a:srgbClr val="FF5C8A"/>
                </a:solidFill>
              </a:rPr>
              <a:t>Oops! There is a mistake.</a:t>
            </a:r>
            <a:endParaRPr lang="en-US" sz="2000" dirty="0"/>
          </a:p>
        </p:txBody>
      </p:sp>
      <p:sp>
        <p:nvSpPr>
          <p:cNvPr id="5" name="Card 112"/>
          <p:cNvSpPr/>
          <p:nvPr/>
        </p:nvSpPr>
        <p:spPr>
          <a:xfrm>
            <a:off x="457200" y="1600200"/>
            <a:ext cx="3840480" cy="1188720"/>
          </a:xfrm>
          <a:prstGeom prst="roundRect">
            <a:avLst>
              <a:gd name="adj" fmla="val 9231"/>
            </a:avLst>
          </a:prstGeom>
          <a:solidFill>
            <a:srgbClr val="FFFFFF"/>
          </a:solidFill>
          <a:ln/>
          <a:effectLst>
            <a:outerShdw sx="100000" sy="100000" kx="0" ky="0" algn="bl" rotWithShape="0" blurRad="76200" dist="25400" dir="5400000">
              <a:srgbClr val="2B2250">
                <a:alpha val="15000"/>
              </a:srgbClr>
            </a:outerShdw>
          </a:effectLst>
        </p:spPr>
      </p:sp>
      <p:sp>
        <p:nvSpPr>
          <p:cNvPr id="6" name="Text 113"/>
          <p:cNvSpPr txBox="1"/>
          <p:nvPr/>
        </p:nvSpPr>
        <p:spPr>
          <a:xfrm>
            <a:off x="457200" y="1600200"/>
            <a:ext cx="3840480" cy="1188720"/>
          </a:xfrm>
          <a:prstGeom prst="rect">
            <a:avLst/>
          </a:prstGeom>
          <a:noFill/>
          <a:ln/>
        </p:spPr>
        <p:txBody>
          <a:bodyPr wrap="square" lIns="0" tIns="0" rIns="0" bIns="0" rtlCol="0" anchor="ctr"/>
          <a:lstStyle/>
          <a:p>
            <a:pPr algn="ctr" indent="0" marL="0">
              <a:buNone/>
            </a:pPr>
            <a:r>
              <a:rPr lang="en-US" sz="4400" b="1" dirty="0">
                <a:solidFill>
                  <a:srgbClr val="2B2250"/>
                </a:solidFill>
              </a:rPr>
              <a:t>C A A T</a:t>
            </a:r>
            <a:endParaRPr lang="en-US" sz="4400" dirty="0"/>
          </a:p>
        </p:txBody>
      </p:sp>
      <p:sp>
        <p:nvSpPr>
          <p:cNvPr id="7" name="Card 114"/>
          <p:cNvSpPr/>
          <p:nvPr/>
        </p:nvSpPr>
        <p:spPr>
          <a:xfrm>
            <a:off x="4937760" y="1600200"/>
            <a:ext cx="3840480" cy="1188720"/>
          </a:xfrm>
          <a:prstGeom prst="roundRect">
            <a:avLst>
              <a:gd name="adj" fmla="val 9231"/>
            </a:avLst>
          </a:prstGeom>
          <a:solidFill>
            <a:srgbClr val="E8F7E4"/>
          </a:solidFill>
          <a:ln w="25400">
            <a:solidFill>
              <a:srgbClr val="8BC34A"/>
            </a:solidFill>
            <a:prstDash val="solid"/>
          </a:ln>
        </p:spPr>
      </p:sp>
      <p:sp>
        <p:nvSpPr>
          <p:cNvPr id="8" name="Text 115"/>
          <p:cNvSpPr txBox="1"/>
          <p:nvPr/>
        </p:nvSpPr>
        <p:spPr>
          <a:xfrm>
            <a:off x="4937760" y="1600200"/>
            <a:ext cx="3840480" cy="1188720"/>
          </a:xfrm>
          <a:prstGeom prst="rect">
            <a:avLst/>
          </a:prstGeom>
          <a:noFill/>
          <a:ln/>
        </p:spPr>
        <p:txBody>
          <a:bodyPr wrap="square" lIns="0" tIns="0" rIns="0" bIns="0" rtlCol="0" anchor="ctr"/>
          <a:lstStyle/>
          <a:p>
            <a:pPr algn="ctr" indent="0" marL="0">
              <a:buNone/>
            </a:pPr>
            <a:r>
              <a:rPr lang="en-US" sz="4400" b="1" dirty="0">
                <a:solidFill>
                  <a:srgbClr val="2E9E5B"/>
                </a:solidFill>
              </a:rPr>
              <a:t>C A T</a:t>
            </a:r>
            <a:endParaRPr lang="en-US" sz="4400" dirty="0"/>
          </a:p>
        </p:txBody>
      </p:sp>
      <p:pic>
        <p:nvPicPr>
          <p:cNvPr id="9" name="Icon 116" descr="FaArrowRight">    </p:cNvPr>
          <p:cNvPicPr>
            <a:picLocks noChangeAspect="1"/>
          </p:cNvPicPr>
          <p:nvPr/>
        </p:nvPicPr>
        <p:blipFill>
          <a:blip r:embed="rId1"/>
          <a:stretch>
            <a:fillRect/>
          </a:stretch>
        </p:blipFill>
        <p:spPr>
          <a:xfrm>
            <a:off x="4389120" y="1965960"/>
            <a:ext cx="457200" cy="457200"/>
          </a:xfrm>
          <a:prstGeom prst="rect">
            <a:avLst/>
          </a:prstGeom>
        </p:spPr>
      </p:pic>
      <p:sp>
        <p:nvSpPr>
          <p:cNvPr id="10" name="Card 117"/>
          <p:cNvSpPr/>
          <p:nvPr/>
        </p:nvSpPr>
        <p:spPr>
          <a:xfrm>
            <a:off x="457200" y="30175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1" name="Shape 8"/>
          <p:cNvSpPr/>
          <p:nvPr/>
        </p:nvSpPr>
        <p:spPr>
          <a:xfrm>
            <a:off x="640080" y="3246120"/>
            <a:ext cx="731520" cy="731520"/>
          </a:xfrm>
          <a:prstGeom prst="ellipse">
            <a:avLst/>
          </a:prstGeom>
          <a:solidFill>
            <a:srgbClr val="FF5C8A"/>
          </a:solidFill>
          <a:ln w="12700">
            <a:solidFill>
              <a:srgbClr val="FF5C8A"/>
            </a:solidFill>
            <a:prstDash val="solid"/>
          </a:ln>
        </p:spPr>
      </p:sp>
      <p:pic>
        <p:nvPicPr>
          <p:cNvPr id="12" name="Icon 118" descr="FaHandPointUp">    </p:cNvPr>
          <p:cNvPicPr>
            <a:picLocks noChangeAspect="1"/>
          </p:cNvPicPr>
          <p:nvPr/>
        </p:nvPicPr>
        <p:blipFill>
          <a:blip r:embed="rId2"/>
          <a:stretch>
            <a:fillRect/>
          </a:stretch>
        </p:blipFill>
        <p:spPr>
          <a:xfrm>
            <a:off x="822960" y="3429000"/>
            <a:ext cx="365760" cy="365760"/>
          </a:xfrm>
          <a:prstGeom prst="rect">
            <a:avLst/>
          </a:prstGeom>
        </p:spPr>
      </p:pic>
      <p:sp>
        <p:nvSpPr>
          <p:cNvPr id="13" name="Text 119"/>
          <p:cNvSpPr txBox="1"/>
          <p:nvPr/>
        </p:nvSpPr>
        <p:spPr>
          <a:xfrm>
            <a:off x="1463040" y="320040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Tap between the letters</a:t>
            </a:r>
            <a:endParaRPr lang="en-US" sz="1400" dirty="0"/>
          </a:p>
        </p:txBody>
      </p:sp>
      <p:sp>
        <p:nvSpPr>
          <p:cNvPr id="14" name="Text 120"/>
          <p:cNvSpPr txBox="1"/>
          <p:nvPr/>
        </p:nvSpPr>
        <p:spPr>
          <a:xfrm>
            <a:off x="640080" y="4114800"/>
            <a:ext cx="2286000" cy="548640"/>
          </a:xfrm>
          <a:prstGeom prst="rect">
            <a:avLst/>
          </a:prstGeom>
          <a:noFill/>
          <a:ln/>
        </p:spPr>
        <p:txBody>
          <a:bodyPr wrap="square" lIns="0" tIns="0" rIns="0" bIns="0" rtlCol="0" anchor="t"/>
          <a:lstStyle/>
          <a:p>
            <a:pPr indent="0" marL="0">
              <a:buNone/>
            </a:pPr>
            <a:r>
              <a:rPr lang="en-US" sz="1300" dirty="0">
                <a:solidFill>
                  <a:srgbClr val="6B6685"/>
                </a:solidFill>
              </a:rPr>
              <a:t>to move the cursor</a:t>
            </a:r>
            <a:endParaRPr lang="en-US" sz="1300" dirty="0"/>
          </a:p>
        </p:txBody>
      </p:sp>
      <p:sp>
        <p:nvSpPr>
          <p:cNvPr id="15" name="Card 121"/>
          <p:cNvSpPr/>
          <p:nvPr/>
        </p:nvSpPr>
        <p:spPr>
          <a:xfrm>
            <a:off x="3291840" y="30175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6" name="Shape 12"/>
          <p:cNvSpPr/>
          <p:nvPr/>
        </p:nvSpPr>
        <p:spPr>
          <a:xfrm>
            <a:off x="3474720" y="3246120"/>
            <a:ext cx="731520" cy="731520"/>
          </a:xfrm>
          <a:prstGeom prst="ellipse">
            <a:avLst/>
          </a:prstGeom>
          <a:solidFill>
            <a:srgbClr val="FF9A3D"/>
          </a:solidFill>
          <a:ln w="12700">
            <a:solidFill>
              <a:srgbClr val="FF9A3D"/>
            </a:solidFill>
            <a:prstDash val="solid"/>
          </a:ln>
        </p:spPr>
      </p:sp>
      <p:pic>
        <p:nvPicPr>
          <p:cNvPr id="17" name="Icon 122" descr="FaBackspace">    </p:cNvPr>
          <p:cNvPicPr>
            <a:picLocks noChangeAspect="1"/>
          </p:cNvPicPr>
          <p:nvPr/>
        </p:nvPicPr>
        <p:blipFill>
          <a:blip r:embed="rId3"/>
          <a:stretch>
            <a:fillRect/>
          </a:stretch>
        </p:blipFill>
        <p:spPr>
          <a:xfrm>
            <a:off x="3657600" y="3429000"/>
            <a:ext cx="365760" cy="365760"/>
          </a:xfrm>
          <a:prstGeom prst="rect">
            <a:avLst/>
          </a:prstGeom>
        </p:spPr>
      </p:pic>
      <p:sp>
        <p:nvSpPr>
          <p:cNvPr id="18" name="Text 123"/>
          <p:cNvSpPr txBox="1"/>
          <p:nvPr/>
        </p:nvSpPr>
        <p:spPr>
          <a:xfrm>
            <a:off x="4297680" y="320040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Tap the delete key</a:t>
            </a:r>
            <a:endParaRPr lang="en-US" sz="1400" dirty="0"/>
          </a:p>
        </p:txBody>
      </p:sp>
      <p:sp>
        <p:nvSpPr>
          <p:cNvPr id="19" name="Text 124"/>
          <p:cNvSpPr txBox="1"/>
          <p:nvPr/>
        </p:nvSpPr>
        <p:spPr>
          <a:xfrm>
            <a:off x="3474720" y="4114800"/>
            <a:ext cx="2286000" cy="548640"/>
          </a:xfrm>
          <a:prstGeom prst="rect">
            <a:avLst/>
          </a:prstGeom>
          <a:noFill/>
          <a:ln/>
        </p:spPr>
        <p:txBody>
          <a:bodyPr wrap="square" lIns="0" tIns="0" rIns="0" bIns="0" rtlCol="0" anchor="t"/>
          <a:lstStyle/>
          <a:p>
            <a:pPr indent="0" marL="0">
              <a:buNone/>
            </a:pPr>
            <a:r>
              <a:rPr lang="en-US" sz="1300" dirty="0">
                <a:solidFill>
                  <a:srgbClr val="6B6685"/>
                </a:solidFill>
              </a:rPr>
              <a:t>to rub out a letter</a:t>
            </a:r>
            <a:endParaRPr lang="en-US" sz="1300" dirty="0"/>
          </a:p>
        </p:txBody>
      </p:sp>
      <p:sp>
        <p:nvSpPr>
          <p:cNvPr id="20" name="Card 125"/>
          <p:cNvSpPr/>
          <p:nvPr/>
        </p:nvSpPr>
        <p:spPr>
          <a:xfrm>
            <a:off x="6126480" y="30175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1" name="Shape 16"/>
          <p:cNvSpPr/>
          <p:nvPr/>
        </p:nvSpPr>
        <p:spPr>
          <a:xfrm>
            <a:off x="6309360" y="3246120"/>
            <a:ext cx="731520" cy="731520"/>
          </a:xfrm>
          <a:prstGeom prst="ellipse">
            <a:avLst/>
          </a:prstGeom>
          <a:solidFill>
            <a:srgbClr val="6C63FF"/>
          </a:solidFill>
          <a:ln w="12700">
            <a:solidFill>
              <a:srgbClr val="6C63FF"/>
            </a:solidFill>
            <a:prstDash val="solid"/>
          </a:ln>
        </p:spPr>
      </p:sp>
      <p:pic>
        <p:nvPicPr>
          <p:cNvPr id="22" name="Icon 126" descr="FaKeyboard">    </p:cNvPr>
          <p:cNvPicPr>
            <a:picLocks noChangeAspect="1"/>
          </p:cNvPicPr>
          <p:nvPr/>
        </p:nvPicPr>
        <p:blipFill>
          <a:blip r:embed="rId4"/>
          <a:stretch>
            <a:fillRect/>
          </a:stretch>
        </p:blipFill>
        <p:spPr>
          <a:xfrm>
            <a:off x="6492240" y="3429000"/>
            <a:ext cx="365760" cy="365760"/>
          </a:xfrm>
          <a:prstGeom prst="rect">
            <a:avLst/>
          </a:prstGeom>
        </p:spPr>
      </p:pic>
      <p:sp>
        <p:nvSpPr>
          <p:cNvPr id="23" name="Text 127"/>
          <p:cNvSpPr txBox="1"/>
          <p:nvPr/>
        </p:nvSpPr>
        <p:spPr>
          <a:xfrm>
            <a:off x="7132320" y="320040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Type the right letter</a:t>
            </a:r>
            <a:endParaRPr lang="en-US" sz="1400" dirty="0"/>
          </a:p>
        </p:txBody>
      </p:sp>
      <p:sp>
        <p:nvSpPr>
          <p:cNvPr id="24" name="Text 128"/>
          <p:cNvSpPr txBox="1"/>
          <p:nvPr/>
        </p:nvSpPr>
        <p:spPr>
          <a:xfrm>
            <a:off x="6309360" y="4114800"/>
            <a:ext cx="2286000" cy="548640"/>
          </a:xfrm>
          <a:prstGeom prst="rect">
            <a:avLst/>
          </a:prstGeom>
          <a:noFill/>
          <a:ln/>
        </p:spPr>
        <p:txBody>
          <a:bodyPr wrap="square" lIns="0" tIns="0" rIns="0" bIns="0" rtlCol="0" anchor="t"/>
          <a:lstStyle/>
          <a:p>
            <a:pPr indent="0" marL="0">
              <a:buNone/>
            </a:pPr>
            <a:r>
              <a:rPr lang="en-US" sz="1300" dirty="0">
                <a:solidFill>
                  <a:srgbClr val="6B6685"/>
                </a:solidFill>
              </a:rPr>
              <a:t>to fix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Mission 6: Use tablets safely</a:t>
            </a:r>
            <a:endParaRPr lang="en-US" sz="2800" dirty="0"/>
          </a:p>
        </p:txBody>
      </p:sp>
      <p:sp>
        <p:nvSpPr>
          <p:cNvPr id="3" name="Accent 129"/>
          <p:cNvSpPr/>
          <p:nvPr/>
        </p:nvSpPr>
        <p:spPr>
          <a:xfrm>
            <a:off x="0" y="256032"/>
            <a:ext cx="164592" cy="685800"/>
          </a:xfrm>
          <a:prstGeom prst="rect">
            <a:avLst/>
          </a:prstGeom>
          <a:solidFill>
            <a:srgbClr val="2E9E5B"/>
          </a:solidFill>
          <a:ln w="12700">
            <a:solidFill>
              <a:srgbClr val="2E9E5B"/>
            </a:solidFill>
            <a:prstDash val="solid"/>
          </a:ln>
        </p:spPr>
      </p:sp>
      <p:sp>
        <p:nvSpPr>
          <p:cNvPr id="4" name="Card 130"/>
          <p:cNvSpPr/>
          <p:nvPr/>
        </p:nvSpPr>
        <p:spPr>
          <a:xfrm>
            <a:off x="45720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5" name="Shape 3"/>
          <p:cNvSpPr/>
          <p:nvPr/>
        </p:nvSpPr>
        <p:spPr>
          <a:xfrm>
            <a:off x="1417320" y="1371600"/>
            <a:ext cx="731520" cy="731520"/>
          </a:xfrm>
          <a:prstGeom prst="ellipse">
            <a:avLst/>
          </a:prstGeom>
          <a:solidFill>
            <a:srgbClr val="6C63FF"/>
          </a:solidFill>
          <a:ln w="12700">
            <a:solidFill>
              <a:srgbClr val="6C63FF"/>
            </a:solidFill>
            <a:prstDash val="solid"/>
          </a:ln>
        </p:spPr>
      </p:sp>
      <p:pic>
        <p:nvPicPr>
          <p:cNvPr id="6" name="Icon 131" descr="FaHands">    </p:cNvPr>
          <p:cNvPicPr>
            <a:picLocks noChangeAspect="1"/>
          </p:cNvPicPr>
          <p:nvPr/>
        </p:nvPicPr>
        <p:blipFill>
          <a:blip r:embed="rId1"/>
          <a:stretch>
            <a:fillRect/>
          </a:stretch>
        </p:blipFill>
        <p:spPr>
          <a:xfrm>
            <a:off x="1600200" y="1554480"/>
            <a:ext cx="365760" cy="365760"/>
          </a:xfrm>
          <a:prstGeom prst="rect">
            <a:avLst/>
          </a:prstGeom>
        </p:spPr>
      </p:pic>
      <p:sp>
        <p:nvSpPr>
          <p:cNvPr id="7" name="Text 132"/>
          <p:cNvSpPr txBox="1"/>
          <p:nvPr/>
        </p:nvSpPr>
        <p:spPr>
          <a:xfrm>
            <a:off x="594360" y="21945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Hold it with two hands</a:t>
            </a:r>
            <a:endParaRPr lang="en-US" sz="1400" dirty="0"/>
          </a:p>
        </p:txBody>
      </p:sp>
      <p:sp>
        <p:nvSpPr>
          <p:cNvPr id="8" name="Card 133"/>
          <p:cNvSpPr/>
          <p:nvPr/>
        </p:nvSpPr>
        <p:spPr>
          <a:xfrm>
            <a:off x="329184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9" name="Shape 6"/>
          <p:cNvSpPr/>
          <p:nvPr/>
        </p:nvSpPr>
        <p:spPr>
          <a:xfrm>
            <a:off x="4251960" y="1371600"/>
            <a:ext cx="731520" cy="731520"/>
          </a:xfrm>
          <a:prstGeom prst="ellipse">
            <a:avLst/>
          </a:prstGeom>
          <a:solidFill>
            <a:srgbClr val="FF5C8A"/>
          </a:solidFill>
          <a:ln w="12700">
            <a:solidFill>
              <a:srgbClr val="FF5C8A"/>
            </a:solidFill>
            <a:prstDash val="solid"/>
          </a:ln>
        </p:spPr>
      </p:sp>
      <p:pic>
        <p:nvPicPr>
          <p:cNvPr id="10" name="Icon 134" descr="FaTint">    </p:cNvPr>
          <p:cNvPicPr>
            <a:picLocks noChangeAspect="1"/>
          </p:cNvPicPr>
          <p:nvPr/>
        </p:nvPicPr>
        <p:blipFill>
          <a:blip r:embed="rId2"/>
          <a:stretch>
            <a:fillRect/>
          </a:stretch>
        </p:blipFill>
        <p:spPr>
          <a:xfrm>
            <a:off x="4434840" y="1554480"/>
            <a:ext cx="365760" cy="365760"/>
          </a:xfrm>
          <a:prstGeom prst="rect">
            <a:avLst/>
          </a:prstGeom>
        </p:spPr>
      </p:pic>
      <p:sp>
        <p:nvSpPr>
          <p:cNvPr id="11" name="Text 135"/>
          <p:cNvSpPr txBox="1"/>
          <p:nvPr/>
        </p:nvSpPr>
        <p:spPr>
          <a:xfrm>
            <a:off x="3429000" y="21945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No drinks near the tablet</a:t>
            </a:r>
            <a:endParaRPr lang="en-US" sz="1400" dirty="0"/>
          </a:p>
        </p:txBody>
      </p:sp>
      <p:sp>
        <p:nvSpPr>
          <p:cNvPr id="12" name="Card 136"/>
          <p:cNvSpPr/>
          <p:nvPr/>
        </p:nvSpPr>
        <p:spPr>
          <a:xfrm>
            <a:off x="6126480" y="11887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13" name="Shape 9"/>
          <p:cNvSpPr/>
          <p:nvPr/>
        </p:nvSpPr>
        <p:spPr>
          <a:xfrm>
            <a:off x="7086600" y="1371600"/>
            <a:ext cx="731520" cy="731520"/>
          </a:xfrm>
          <a:prstGeom prst="ellipse">
            <a:avLst/>
          </a:prstGeom>
          <a:solidFill>
            <a:srgbClr val="FF9A3D"/>
          </a:solidFill>
          <a:ln w="12700">
            <a:solidFill>
              <a:srgbClr val="FF9A3D"/>
            </a:solidFill>
            <a:prstDash val="solid"/>
          </a:ln>
        </p:spPr>
      </p:sp>
      <p:pic>
        <p:nvPicPr>
          <p:cNvPr id="14" name="Icon 137" descr="FaRunning">    </p:cNvPr>
          <p:cNvPicPr>
            <a:picLocks noChangeAspect="1"/>
          </p:cNvPicPr>
          <p:nvPr/>
        </p:nvPicPr>
        <p:blipFill>
          <a:blip r:embed="rId3"/>
          <a:stretch>
            <a:fillRect/>
          </a:stretch>
        </p:blipFill>
        <p:spPr>
          <a:xfrm>
            <a:off x="7269480" y="1554480"/>
            <a:ext cx="365760" cy="365760"/>
          </a:xfrm>
          <a:prstGeom prst="rect">
            <a:avLst/>
          </a:prstGeom>
        </p:spPr>
      </p:pic>
      <p:sp>
        <p:nvSpPr>
          <p:cNvPr id="15" name="Text 138"/>
          <p:cNvSpPr txBox="1"/>
          <p:nvPr/>
        </p:nvSpPr>
        <p:spPr>
          <a:xfrm>
            <a:off x="6263640" y="21945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Do not run with it</a:t>
            </a:r>
            <a:endParaRPr lang="en-US" sz="1400" dirty="0"/>
          </a:p>
        </p:txBody>
      </p:sp>
      <p:sp>
        <p:nvSpPr>
          <p:cNvPr id="16" name="Card 139"/>
          <p:cNvSpPr/>
          <p:nvPr/>
        </p:nvSpPr>
        <p:spPr>
          <a:xfrm>
            <a:off x="45720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17" name="Shape 12"/>
          <p:cNvSpPr/>
          <p:nvPr/>
        </p:nvSpPr>
        <p:spPr>
          <a:xfrm>
            <a:off x="1417320" y="3200400"/>
            <a:ext cx="731520" cy="731520"/>
          </a:xfrm>
          <a:prstGeom prst="ellipse">
            <a:avLst/>
          </a:prstGeom>
          <a:solidFill>
            <a:srgbClr val="1FB89A"/>
          </a:solidFill>
          <a:ln w="12700">
            <a:solidFill>
              <a:srgbClr val="1FB89A"/>
            </a:solidFill>
            <a:prstDash val="solid"/>
          </a:ln>
        </p:spPr>
      </p:sp>
      <p:pic>
        <p:nvPicPr>
          <p:cNvPr id="18" name="Icon 140" descr="FaCommentDots">    </p:cNvPr>
          <p:cNvPicPr>
            <a:picLocks noChangeAspect="1"/>
          </p:cNvPicPr>
          <p:nvPr/>
        </p:nvPicPr>
        <p:blipFill>
          <a:blip r:embed="rId4"/>
          <a:stretch>
            <a:fillRect/>
          </a:stretch>
        </p:blipFill>
        <p:spPr>
          <a:xfrm>
            <a:off x="1600200" y="3383280"/>
            <a:ext cx="365760" cy="365760"/>
          </a:xfrm>
          <a:prstGeom prst="rect">
            <a:avLst/>
          </a:prstGeom>
        </p:spPr>
      </p:pic>
      <p:sp>
        <p:nvSpPr>
          <p:cNvPr id="19" name="Text 141"/>
          <p:cNvSpPr txBox="1"/>
          <p:nvPr/>
        </p:nvSpPr>
        <p:spPr>
          <a:xfrm>
            <a:off x="594360" y="40233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Tell a teacher if something looks wrong</a:t>
            </a:r>
            <a:endParaRPr lang="en-US" sz="1400" dirty="0"/>
          </a:p>
        </p:txBody>
      </p:sp>
      <p:sp>
        <p:nvSpPr>
          <p:cNvPr id="20" name="Card 142"/>
          <p:cNvSpPr/>
          <p:nvPr/>
        </p:nvSpPr>
        <p:spPr>
          <a:xfrm>
            <a:off x="329184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21" name="Shape 15"/>
          <p:cNvSpPr/>
          <p:nvPr/>
        </p:nvSpPr>
        <p:spPr>
          <a:xfrm>
            <a:off x="4251960" y="3200400"/>
            <a:ext cx="731520" cy="731520"/>
          </a:xfrm>
          <a:prstGeom prst="ellipse">
            <a:avLst/>
          </a:prstGeom>
          <a:solidFill>
            <a:srgbClr val="4DA3E0"/>
          </a:solidFill>
          <a:ln w="12700">
            <a:solidFill>
              <a:srgbClr val="4DA3E0"/>
            </a:solidFill>
            <a:prstDash val="solid"/>
          </a:ln>
        </p:spPr>
      </p:sp>
      <p:pic>
        <p:nvPicPr>
          <p:cNvPr id="22" name="Icon 143" descr="FaEye">    </p:cNvPr>
          <p:cNvPicPr>
            <a:picLocks noChangeAspect="1"/>
          </p:cNvPicPr>
          <p:nvPr/>
        </p:nvPicPr>
        <p:blipFill>
          <a:blip r:embed="rId5"/>
          <a:stretch>
            <a:fillRect/>
          </a:stretch>
        </p:blipFill>
        <p:spPr>
          <a:xfrm>
            <a:off x="4434840" y="3383280"/>
            <a:ext cx="365760" cy="365760"/>
          </a:xfrm>
          <a:prstGeom prst="rect">
            <a:avLst/>
          </a:prstGeom>
        </p:spPr>
      </p:pic>
      <p:sp>
        <p:nvSpPr>
          <p:cNvPr id="23" name="Text 144"/>
          <p:cNvSpPr txBox="1"/>
          <p:nvPr/>
        </p:nvSpPr>
        <p:spPr>
          <a:xfrm>
            <a:off x="3429000" y="40233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Rest your eyes. Take breaks</a:t>
            </a:r>
            <a:endParaRPr lang="en-US" sz="1400" dirty="0"/>
          </a:p>
        </p:txBody>
      </p:sp>
      <p:sp>
        <p:nvSpPr>
          <p:cNvPr id="24" name="Card 145"/>
          <p:cNvSpPr/>
          <p:nvPr/>
        </p:nvSpPr>
        <p:spPr>
          <a:xfrm>
            <a:off x="6126480" y="3017520"/>
            <a:ext cx="2651760" cy="1691640"/>
          </a:xfrm>
          <a:prstGeom prst="roundRect">
            <a:avLst>
              <a:gd name="adj" fmla="val 6486"/>
            </a:avLst>
          </a:prstGeom>
          <a:solidFill>
            <a:srgbClr val="FFFFFF"/>
          </a:solidFill>
          <a:ln/>
          <a:effectLst>
            <a:outerShdw sx="100000" sy="100000" kx="0" ky="0" algn="bl" rotWithShape="0" blurRad="76200" dist="25400" dir="5400000">
              <a:srgbClr val="2B2250">
                <a:alpha val="15000"/>
              </a:srgbClr>
            </a:outerShdw>
          </a:effectLst>
        </p:spPr>
      </p:sp>
      <p:sp>
        <p:nvSpPr>
          <p:cNvPr id="25" name="Shape 18"/>
          <p:cNvSpPr/>
          <p:nvPr/>
        </p:nvSpPr>
        <p:spPr>
          <a:xfrm>
            <a:off x="7086600" y="3200400"/>
            <a:ext cx="731520" cy="731520"/>
          </a:xfrm>
          <a:prstGeom prst="ellipse">
            <a:avLst/>
          </a:prstGeom>
          <a:solidFill>
            <a:srgbClr val="2E9E5B"/>
          </a:solidFill>
          <a:ln w="12700">
            <a:solidFill>
              <a:srgbClr val="2E9E5B"/>
            </a:solidFill>
            <a:prstDash val="solid"/>
          </a:ln>
        </p:spPr>
      </p:sp>
      <p:pic>
        <p:nvPicPr>
          <p:cNvPr id="26" name="Icon 146" descr="FaHandHoldingHeart">    </p:cNvPr>
          <p:cNvPicPr>
            <a:picLocks noChangeAspect="1"/>
          </p:cNvPicPr>
          <p:nvPr/>
        </p:nvPicPr>
        <p:blipFill>
          <a:blip r:embed="rId6"/>
          <a:stretch>
            <a:fillRect/>
          </a:stretch>
        </p:blipFill>
        <p:spPr>
          <a:xfrm>
            <a:off x="7269480" y="3383280"/>
            <a:ext cx="365760" cy="365760"/>
          </a:xfrm>
          <a:prstGeom prst="rect">
            <a:avLst/>
          </a:prstGeom>
        </p:spPr>
      </p:pic>
      <p:sp>
        <p:nvSpPr>
          <p:cNvPr id="27" name="Text 147"/>
          <p:cNvSpPr txBox="1"/>
          <p:nvPr/>
        </p:nvSpPr>
        <p:spPr>
          <a:xfrm>
            <a:off x="6263640" y="4023360"/>
            <a:ext cx="2377440" cy="640080"/>
          </a:xfrm>
          <a:prstGeom prst="rect">
            <a:avLst/>
          </a:prstGeom>
          <a:noFill/>
          <a:ln/>
        </p:spPr>
        <p:txBody>
          <a:bodyPr wrap="square" lIns="0" tIns="0" rIns="0" bIns="0" rtlCol="0" anchor="t"/>
          <a:lstStyle/>
          <a:p>
            <a:pPr algn="ctr" indent="0" marL="0">
              <a:buNone/>
            </a:pPr>
            <a:r>
              <a:rPr lang="en-US" sz="1400" b="1" dirty="0">
                <a:solidFill>
                  <a:schemeClr val="tx1"/>
                </a:solidFill>
              </a:rPr>
              <a:t>Be kind. Take turns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48"/>
          <p:cNvSpPr txBox="1"/>
          <p:nvPr/>
        </p:nvSpPr>
        <p:spPr>
          <a:xfrm>
            <a:off x="548640" y="320040"/>
            <a:ext cx="7315200" cy="640080"/>
          </a:xfrm>
          <a:prstGeom prst="rect">
            <a:avLst/>
          </a:prstGeom>
          <a:noFill/>
          <a:ln/>
        </p:spPr>
        <p:txBody>
          <a:bodyPr wrap="square" lIns="0" tIns="0" rIns="0" bIns="0" rtlCol="0" anchor="ctr"/>
          <a:lstStyle/>
          <a:p>
            <a:pPr indent="0" marL="0">
              <a:buNone/>
            </a:pPr>
            <a:r>
              <a:rPr lang="en-US" sz="3200" b="1" dirty="0">
                <a:solidFill>
                  <a:schemeClr val="bg1"/>
                </a:solidFill>
              </a:rPr>
              <a:t>Stand up or sit down!</a:t>
            </a:r>
            <a:endParaRPr lang="en-US" sz="3200" dirty="0"/>
          </a:p>
        </p:txBody>
      </p:sp>
      <p:sp>
        <p:nvSpPr>
          <p:cNvPr id="3" name="Text 149"/>
          <p:cNvSpPr txBox="1"/>
          <p:nvPr/>
        </p:nvSpPr>
        <p:spPr>
          <a:xfrm>
            <a:off x="548640" y="914400"/>
            <a:ext cx="8046720" cy="365760"/>
          </a:xfrm>
          <a:prstGeom prst="rect">
            <a:avLst/>
          </a:prstGeom>
          <a:noFill/>
          <a:ln/>
        </p:spPr>
        <p:txBody>
          <a:bodyPr wrap="square" lIns="0" tIns="0" rIns="0" bIns="0" rtlCol="0" anchor="t"/>
          <a:lstStyle/>
          <a:p>
            <a:pPr indent="0" marL="0">
              <a:buNone/>
            </a:pPr>
            <a:r>
              <a:rPr lang="en-US" sz="1500" dirty="0">
                <a:solidFill>
                  <a:srgbClr val="FFD23F"/>
                </a:solidFill>
              </a:rPr>
              <a:t>True = stand up   ·   False = sit down</a:t>
            </a:r>
            <a:endParaRPr lang="en-US" sz="1500" dirty="0"/>
          </a:p>
        </p:txBody>
      </p:sp>
      <p:sp>
        <p:nvSpPr>
          <p:cNvPr id="4" name="Card 150"/>
          <p:cNvSpPr/>
          <p:nvPr/>
        </p:nvSpPr>
        <p:spPr>
          <a:xfrm>
            <a:off x="548640" y="1371600"/>
            <a:ext cx="8046720" cy="603504"/>
          </a:xfrm>
          <a:prstGeom prst="roundRect">
            <a:avLst>
              <a:gd name="adj" fmla="val 18182"/>
            </a:avLst>
          </a:prstGeom>
          <a:solidFill>
            <a:srgbClr val="3D3470"/>
          </a:solidFill>
          <a:ln/>
        </p:spPr>
      </p:sp>
      <p:sp>
        <p:nvSpPr>
          <p:cNvPr id="5" name="Text 151"/>
          <p:cNvSpPr txBox="1"/>
          <p:nvPr/>
        </p:nvSpPr>
        <p:spPr>
          <a:xfrm>
            <a:off x="777240" y="1371600"/>
            <a:ext cx="7680960" cy="603504"/>
          </a:xfrm>
          <a:prstGeom prst="rect">
            <a:avLst/>
          </a:prstGeom>
          <a:noFill/>
          <a:ln/>
        </p:spPr>
        <p:txBody>
          <a:bodyPr wrap="square" lIns="0" tIns="0" rIns="0" bIns="0" rtlCol="0" anchor="ctr"/>
          <a:lstStyle/>
          <a:p>
            <a:pPr indent="0" marL="0">
              <a:buNone/>
            </a:pPr>
            <a:r>
              <a:rPr lang="en-US" sz="1800" b="1" dirty="0">
                <a:solidFill>
                  <a:schemeClr val="bg1"/>
                </a:solidFill>
              </a:rPr>
              <a:t>1.  A tablet is technology.</a:t>
            </a:r>
            <a:endParaRPr lang="en-US" sz="1800" dirty="0"/>
          </a:p>
        </p:txBody>
      </p:sp>
      <p:sp>
        <p:nvSpPr>
          <p:cNvPr id="6" name="Card 152"/>
          <p:cNvSpPr/>
          <p:nvPr/>
        </p:nvSpPr>
        <p:spPr>
          <a:xfrm>
            <a:off x="548640" y="2084832"/>
            <a:ext cx="8046720" cy="603504"/>
          </a:xfrm>
          <a:prstGeom prst="roundRect">
            <a:avLst>
              <a:gd name="adj" fmla="val 18182"/>
            </a:avLst>
          </a:prstGeom>
          <a:solidFill>
            <a:srgbClr val="3D3470"/>
          </a:solidFill>
          <a:ln/>
        </p:spPr>
      </p:sp>
      <p:sp>
        <p:nvSpPr>
          <p:cNvPr id="7" name="Text 153"/>
          <p:cNvSpPr txBox="1"/>
          <p:nvPr/>
        </p:nvSpPr>
        <p:spPr>
          <a:xfrm>
            <a:off x="777240" y="2084832"/>
            <a:ext cx="7680960" cy="603504"/>
          </a:xfrm>
          <a:prstGeom prst="rect">
            <a:avLst/>
          </a:prstGeom>
          <a:noFill/>
          <a:ln/>
        </p:spPr>
        <p:txBody>
          <a:bodyPr wrap="square" lIns="0" tIns="0" rIns="0" bIns="0" rtlCol="0" anchor="ctr"/>
          <a:lstStyle/>
          <a:p>
            <a:pPr indent="0" marL="0">
              <a:buNone/>
            </a:pPr>
            <a:r>
              <a:rPr lang="en-US" sz="1800" b="1" dirty="0">
                <a:solidFill>
                  <a:schemeClr val="bg1"/>
                </a:solidFill>
              </a:rPr>
              <a:t>2.  A tree is technology.</a:t>
            </a:r>
            <a:endParaRPr lang="en-US" sz="1800" dirty="0"/>
          </a:p>
        </p:txBody>
      </p:sp>
      <p:sp>
        <p:nvSpPr>
          <p:cNvPr id="8" name="Card 154"/>
          <p:cNvSpPr/>
          <p:nvPr/>
        </p:nvSpPr>
        <p:spPr>
          <a:xfrm>
            <a:off x="548640" y="2798064"/>
            <a:ext cx="8046720" cy="603504"/>
          </a:xfrm>
          <a:prstGeom prst="roundRect">
            <a:avLst>
              <a:gd name="adj" fmla="val 18182"/>
            </a:avLst>
          </a:prstGeom>
          <a:solidFill>
            <a:srgbClr val="3D3470"/>
          </a:solidFill>
          <a:ln/>
        </p:spPr>
      </p:sp>
      <p:sp>
        <p:nvSpPr>
          <p:cNvPr id="9" name="Text 155"/>
          <p:cNvSpPr txBox="1"/>
          <p:nvPr/>
        </p:nvSpPr>
        <p:spPr>
          <a:xfrm>
            <a:off x="777240" y="2798064"/>
            <a:ext cx="7680960" cy="603504"/>
          </a:xfrm>
          <a:prstGeom prst="rect">
            <a:avLst/>
          </a:prstGeom>
          <a:noFill/>
          <a:ln/>
        </p:spPr>
        <p:txBody>
          <a:bodyPr wrap="square" lIns="0" tIns="0" rIns="0" bIns="0" rtlCol="0" anchor="ctr"/>
          <a:lstStyle/>
          <a:p>
            <a:pPr indent="0" marL="0">
              <a:buNone/>
            </a:pPr>
            <a:r>
              <a:rPr lang="en-US" sz="1800" b="1" dirty="0">
                <a:solidFill>
                  <a:schemeClr val="bg1"/>
                </a:solidFill>
              </a:rPr>
              <a:t>3.  We tap the screen with our finger.</a:t>
            </a:r>
            <a:endParaRPr lang="en-US" sz="1800" dirty="0"/>
          </a:p>
        </p:txBody>
      </p:sp>
      <p:sp>
        <p:nvSpPr>
          <p:cNvPr id="10" name="Card 156"/>
          <p:cNvSpPr/>
          <p:nvPr/>
        </p:nvSpPr>
        <p:spPr>
          <a:xfrm>
            <a:off x="548640" y="3511296"/>
            <a:ext cx="8046720" cy="603504"/>
          </a:xfrm>
          <a:prstGeom prst="roundRect">
            <a:avLst>
              <a:gd name="adj" fmla="val 18182"/>
            </a:avLst>
          </a:prstGeom>
          <a:solidFill>
            <a:srgbClr val="3D3470"/>
          </a:solidFill>
          <a:ln/>
        </p:spPr>
      </p:sp>
      <p:sp>
        <p:nvSpPr>
          <p:cNvPr id="11" name="Text 157"/>
          <p:cNvSpPr txBox="1"/>
          <p:nvPr/>
        </p:nvSpPr>
        <p:spPr>
          <a:xfrm>
            <a:off x="777240" y="3511296"/>
            <a:ext cx="7680960" cy="603504"/>
          </a:xfrm>
          <a:prstGeom prst="rect">
            <a:avLst/>
          </a:prstGeom>
          <a:noFill/>
          <a:ln/>
        </p:spPr>
        <p:txBody>
          <a:bodyPr wrap="square" lIns="0" tIns="0" rIns="0" bIns="0" rtlCol="0" anchor="ctr"/>
          <a:lstStyle/>
          <a:p>
            <a:pPr indent="0" marL="0">
              <a:buNone/>
            </a:pPr>
            <a:r>
              <a:rPr lang="en-US" sz="1800" b="1" dirty="0">
                <a:solidFill>
                  <a:schemeClr val="bg1"/>
                </a:solidFill>
              </a:rPr>
              <a:t>4.  We can drink next to the tablet.</a:t>
            </a:r>
            <a:endParaRPr lang="en-US" sz="1800" dirty="0"/>
          </a:p>
        </p:txBody>
      </p:sp>
      <p:sp>
        <p:nvSpPr>
          <p:cNvPr id="12" name="Card 158"/>
          <p:cNvSpPr/>
          <p:nvPr/>
        </p:nvSpPr>
        <p:spPr>
          <a:xfrm>
            <a:off x="548640" y="4224528"/>
            <a:ext cx="8046720" cy="603504"/>
          </a:xfrm>
          <a:prstGeom prst="roundRect">
            <a:avLst>
              <a:gd name="adj" fmla="val 18182"/>
            </a:avLst>
          </a:prstGeom>
          <a:solidFill>
            <a:srgbClr val="3D3470"/>
          </a:solidFill>
          <a:ln/>
        </p:spPr>
      </p:sp>
      <p:sp>
        <p:nvSpPr>
          <p:cNvPr id="13" name="Text 159"/>
          <p:cNvSpPr txBox="1"/>
          <p:nvPr/>
        </p:nvSpPr>
        <p:spPr>
          <a:xfrm>
            <a:off x="777240" y="4224528"/>
            <a:ext cx="7680960" cy="603504"/>
          </a:xfrm>
          <a:prstGeom prst="rect">
            <a:avLst/>
          </a:prstGeom>
          <a:noFill/>
          <a:ln/>
        </p:spPr>
        <p:txBody>
          <a:bodyPr wrap="square" lIns="0" tIns="0" rIns="0" bIns="0" rtlCol="0" anchor="ctr"/>
          <a:lstStyle/>
          <a:p>
            <a:pPr indent="0" marL="0">
              <a:buNone/>
            </a:pPr>
            <a:r>
              <a:rPr lang="en-US" sz="1800" b="1" dirty="0">
                <a:solidFill>
                  <a:schemeClr val="bg1"/>
                </a:solidFill>
              </a:rPr>
              <a:t>5.  Tapping between letters moves the cursor.</a:t>
            </a:r>
            <a:endParaRPr lang="en-US" sz="1800" dirty="0"/>
          </a:p>
        </p:txBody>
      </p:sp>
      <p:sp>
        <p:nvSpPr>
          <p:cNvPr id="15" name="Text 0"/>
          <p:cNvSpPr/>
          <p:nvPr>
            <p:ph idx="100" type="title" hasCustomPrompt="1"/>
          </p:nvPr>
        </p:nvSpPr>
        <p:spPr>
          <a:xfrm>
            <a:off x="548640" y="1097280"/>
            <a:ext cx="4937760" cy="1463040"/>
          </a:xfrm>
          <a:prstGeom prst="rect">
            <a:avLst/>
          </a:prstGeom>
          <a:noFill/>
          <a:ln/>
        </p:spPr>
        <p:txBody>
          <a:bodyPr wrap="square" lIns="0" tIns="0" rIns="0" bIns="0" rtlCol="0" anchor="t"/>
          <a:lstStyle/>
          <a:p>
            <a:pPr algn="l" indent="0" marL="0">
              <a:buNone/>
            </a:pPr>
            <a:endParaRPr lang="en-US" sz="4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60"/>
          <p:cNvSpPr txBox="1"/>
          <p:nvPr/>
        </p:nvSpPr>
        <p:spPr>
          <a:xfrm>
            <a:off x="548640" y="320040"/>
            <a:ext cx="7315200" cy="640080"/>
          </a:xfrm>
          <a:prstGeom prst="rect">
            <a:avLst/>
          </a:prstGeom>
          <a:noFill/>
          <a:ln/>
        </p:spPr>
        <p:txBody>
          <a:bodyPr wrap="square" lIns="0" tIns="0" rIns="0" bIns="0" rtlCol="0" anchor="ctr"/>
          <a:lstStyle/>
          <a:p>
            <a:pPr indent="0" marL="0">
              <a:buNone/>
            </a:pPr>
            <a:r>
              <a:rPr lang="en-US" sz="3400" b="1" dirty="0">
                <a:solidFill>
                  <a:schemeClr val="bg1"/>
                </a:solidFill>
              </a:rPr>
              <a:t>Game time!</a:t>
            </a:r>
            <a:endParaRPr lang="en-US" sz="3400" dirty="0"/>
          </a:p>
        </p:txBody>
      </p:sp>
      <p:sp>
        <p:nvSpPr>
          <p:cNvPr id="3" name="Card 161"/>
          <p:cNvSpPr/>
          <p:nvPr/>
        </p:nvSpPr>
        <p:spPr>
          <a:xfrm>
            <a:off x="548640" y="1188720"/>
            <a:ext cx="8046720" cy="1371600"/>
          </a:xfrm>
          <a:prstGeom prst="roundRect">
            <a:avLst>
              <a:gd name="adj" fmla="val 8000"/>
            </a:avLst>
          </a:prstGeom>
          <a:solidFill>
            <a:srgbClr val="3D3470"/>
          </a:solidFill>
          <a:ln w="38100">
            <a:solidFill>
              <a:srgbClr val="FFD23F"/>
            </a:solidFill>
            <a:prstDash val="solid"/>
          </a:ln>
        </p:spPr>
      </p:sp>
      <p:sp>
        <p:nvSpPr>
          <p:cNvPr id="4" name="Text 162"/>
          <p:cNvSpPr txBox="1"/>
          <p:nvPr/>
        </p:nvSpPr>
        <p:spPr>
          <a:xfrm>
            <a:off x="548640" y="1188720"/>
            <a:ext cx="8046720" cy="731520"/>
          </a:xfrm>
          <a:prstGeom prst="rect">
            <a:avLst/>
          </a:prstGeom>
          <a:noFill/>
          <a:ln/>
        </p:spPr>
        <p:txBody>
          <a:bodyPr wrap="square" lIns="0" tIns="0" rIns="0" bIns="0" rtlCol="0" anchor="ctr"/>
          <a:lstStyle/>
          <a:p>
            <a:pPr algn="ctr" indent="0" marL="0">
              <a:buNone/>
            </a:pPr>
            <a:r>
              <a:rPr lang="en-US" sz="3400" b="1" dirty="0">
                <a:solidFill>
                  <a:srgbClr val="FFD23F"/>
                </a:solidFill>
              </a:rPr>
              <a:t>Finger &amp; Typing Fun</a:t>
            </a:r>
            <a:endParaRPr lang="en-US" sz="3400" dirty="0"/>
          </a:p>
        </p:txBody>
      </p:sp>
      <p:sp>
        <p:nvSpPr>
          <p:cNvPr id="5" name="Text 163"/>
          <p:cNvSpPr txBox="1"/>
          <p:nvPr/>
        </p:nvSpPr>
        <p:spPr>
          <a:xfrm>
            <a:off x="548640" y="1874520"/>
            <a:ext cx="8046720" cy="548640"/>
          </a:xfrm>
          <a:prstGeom prst="rect">
            <a:avLst/>
          </a:prstGeom>
          <a:noFill/>
          <a:ln/>
        </p:spPr>
        <p:txBody>
          <a:bodyPr wrap="square" lIns="0" tIns="0" rIns="0" bIns="0" rtlCol="0" anchor="t"/>
          <a:lstStyle/>
          <a:p>
            <a:pPr algn="ctr" indent="0" marL="0">
              <a:buNone/>
            </a:pPr>
            <a:r>
              <a:rPr lang="en-US" sz="2000" dirty="0">
                <a:solidFill>
                  <a:schemeClr val="bg1"/>
                </a:solidFill>
              </a:rPr>
              <a:t>nbc-01z.pages.dev  ›  Year 1</a:t>
            </a:r>
            <a:endParaRPr lang="en-US" sz="2000" dirty="0"/>
          </a:p>
        </p:txBody>
      </p:sp>
      <p:sp>
        <p:nvSpPr>
          <p:cNvPr id="6" name="Shape 4"/>
          <p:cNvSpPr/>
          <p:nvPr/>
        </p:nvSpPr>
        <p:spPr>
          <a:xfrm>
            <a:off x="594360" y="2788920"/>
            <a:ext cx="868680" cy="868680"/>
          </a:xfrm>
          <a:prstGeom prst="ellipse">
            <a:avLst/>
          </a:prstGeom>
          <a:solidFill>
            <a:srgbClr val="3D3470"/>
          </a:solidFill>
          <a:ln w="38100">
            <a:solidFill>
              <a:srgbClr val="FF5C8A"/>
            </a:solidFill>
            <a:prstDash val="solid"/>
          </a:ln>
        </p:spPr>
      </p:sp>
      <p:pic>
        <p:nvPicPr>
          <p:cNvPr id="7" name="Icon 164" descr="FaHandPointUp">    </p:cNvPr>
          <p:cNvPicPr>
            <a:picLocks noChangeAspect="1"/>
          </p:cNvPicPr>
          <p:nvPr/>
        </p:nvPicPr>
        <p:blipFill>
          <a:blip r:embed="rId1"/>
          <a:stretch>
            <a:fillRect/>
          </a:stretch>
        </p:blipFill>
        <p:spPr>
          <a:xfrm>
            <a:off x="836676" y="3031236"/>
            <a:ext cx="384048" cy="384048"/>
          </a:xfrm>
          <a:prstGeom prst="rect">
            <a:avLst/>
          </a:prstGeom>
        </p:spPr>
      </p:pic>
      <p:sp>
        <p:nvSpPr>
          <p:cNvPr id="8" name="Text 165"/>
          <p:cNvSpPr txBox="1"/>
          <p:nvPr/>
        </p:nvSpPr>
        <p:spPr>
          <a:xfrm>
            <a:off x="502920"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Tap</a:t>
            </a:r>
            <a:endParaRPr lang="en-US" sz="1100" dirty="0"/>
          </a:p>
        </p:txBody>
      </p:sp>
      <p:sp>
        <p:nvSpPr>
          <p:cNvPr id="9" name="Shape 6"/>
          <p:cNvSpPr/>
          <p:nvPr/>
        </p:nvSpPr>
        <p:spPr>
          <a:xfrm>
            <a:off x="1755648" y="2788920"/>
            <a:ext cx="868680" cy="868680"/>
          </a:xfrm>
          <a:prstGeom prst="ellipse">
            <a:avLst/>
          </a:prstGeom>
          <a:solidFill>
            <a:srgbClr val="3D3470"/>
          </a:solidFill>
          <a:ln w="38100">
            <a:solidFill>
              <a:srgbClr val="FF9A3D"/>
            </a:solidFill>
            <a:prstDash val="solid"/>
          </a:ln>
        </p:spPr>
      </p:sp>
      <p:pic>
        <p:nvPicPr>
          <p:cNvPr id="10" name="Icon 166" descr="FaHandPointer">    </p:cNvPr>
          <p:cNvPicPr>
            <a:picLocks noChangeAspect="1"/>
          </p:cNvPicPr>
          <p:nvPr/>
        </p:nvPicPr>
        <p:blipFill>
          <a:blip r:embed="rId2"/>
          <a:stretch>
            <a:fillRect/>
          </a:stretch>
        </p:blipFill>
        <p:spPr>
          <a:xfrm>
            <a:off x="1997964" y="3031236"/>
            <a:ext cx="384048" cy="384048"/>
          </a:xfrm>
          <a:prstGeom prst="rect">
            <a:avLst/>
          </a:prstGeom>
        </p:spPr>
      </p:pic>
      <p:sp>
        <p:nvSpPr>
          <p:cNvPr id="11" name="Text 167"/>
          <p:cNvSpPr txBox="1"/>
          <p:nvPr/>
        </p:nvSpPr>
        <p:spPr>
          <a:xfrm>
            <a:off x="1664208"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Double-tap</a:t>
            </a:r>
            <a:endParaRPr lang="en-US" sz="1100" dirty="0"/>
          </a:p>
        </p:txBody>
      </p:sp>
      <p:sp>
        <p:nvSpPr>
          <p:cNvPr id="12" name="Shape 8"/>
          <p:cNvSpPr/>
          <p:nvPr/>
        </p:nvSpPr>
        <p:spPr>
          <a:xfrm>
            <a:off x="2916936" y="2788920"/>
            <a:ext cx="868680" cy="868680"/>
          </a:xfrm>
          <a:prstGeom prst="ellipse">
            <a:avLst/>
          </a:prstGeom>
          <a:solidFill>
            <a:srgbClr val="3D3470"/>
          </a:solidFill>
          <a:ln w="38100">
            <a:solidFill>
              <a:srgbClr val="1FB89A"/>
            </a:solidFill>
            <a:prstDash val="solid"/>
          </a:ln>
        </p:spPr>
      </p:sp>
      <p:pic>
        <p:nvPicPr>
          <p:cNvPr id="13" name="Icon 168" descr="FaHandPaper">    </p:cNvPr>
          <p:cNvPicPr>
            <a:picLocks noChangeAspect="1"/>
          </p:cNvPicPr>
          <p:nvPr/>
        </p:nvPicPr>
        <p:blipFill>
          <a:blip r:embed="rId3"/>
          <a:stretch>
            <a:fillRect/>
          </a:stretch>
        </p:blipFill>
        <p:spPr>
          <a:xfrm>
            <a:off x="3159252" y="3031236"/>
            <a:ext cx="384048" cy="384048"/>
          </a:xfrm>
          <a:prstGeom prst="rect">
            <a:avLst/>
          </a:prstGeom>
        </p:spPr>
      </p:pic>
      <p:sp>
        <p:nvSpPr>
          <p:cNvPr id="14" name="Text 169"/>
          <p:cNvSpPr txBox="1"/>
          <p:nvPr/>
        </p:nvSpPr>
        <p:spPr>
          <a:xfrm>
            <a:off x="2825496"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Drag</a:t>
            </a:r>
            <a:endParaRPr lang="en-US" sz="1100" dirty="0"/>
          </a:p>
        </p:txBody>
      </p:sp>
      <p:sp>
        <p:nvSpPr>
          <p:cNvPr id="15" name="Shape 10"/>
          <p:cNvSpPr/>
          <p:nvPr/>
        </p:nvSpPr>
        <p:spPr>
          <a:xfrm>
            <a:off x="4078224" y="2788920"/>
            <a:ext cx="868680" cy="868680"/>
          </a:xfrm>
          <a:prstGeom prst="ellipse">
            <a:avLst/>
          </a:prstGeom>
          <a:solidFill>
            <a:srgbClr val="3D3470"/>
          </a:solidFill>
          <a:ln w="38100">
            <a:solidFill>
              <a:srgbClr val="FFD23F"/>
            </a:solidFill>
            <a:prstDash val="solid"/>
          </a:ln>
        </p:spPr>
      </p:sp>
      <p:pic>
        <p:nvPicPr>
          <p:cNvPr id="16" name="Icon 170" descr="FaPencilAlt">    </p:cNvPr>
          <p:cNvPicPr>
            <a:picLocks noChangeAspect="1"/>
          </p:cNvPicPr>
          <p:nvPr/>
        </p:nvPicPr>
        <p:blipFill>
          <a:blip r:embed="rId4"/>
          <a:stretch>
            <a:fillRect/>
          </a:stretch>
        </p:blipFill>
        <p:spPr>
          <a:xfrm>
            <a:off x="4320540" y="3031236"/>
            <a:ext cx="384048" cy="384048"/>
          </a:xfrm>
          <a:prstGeom prst="rect">
            <a:avLst/>
          </a:prstGeom>
        </p:spPr>
      </p:pic>
      <p:sp>
        <p:nvSpPr>
          <p:cNvPr id="17" name="Text 171"/>
          <p:cNvSpPr txBox="1"/>
          <p:nvPr/>
        </p:nvSpPr>
        <p:spPr>
          <a:xfrm>
            <a:off x="3986784"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Draw</a:t>
            </a:r>
            <a:endParaRPr lang="en-US" sz="1100" dirty="0"/>
          </a:p>
        </p:txBody>
      </p:sp>
      <p:sp>
        <p:nvSpPr>
          <p:cNvPr id="18" name="Shape 12"/>
          <p:cNvSpPr/>
          <p:nvPr/>
        </p:nvSpPr>
        <p:spPr>
          <a:xfrm>
            <a:off x="5239512" y="2788920"/>
            <a:ext cx="868680" cy="868680"/>
          </a:xfrm>
          <a:prstGeom prst="ellipse">
            <a:avLst/>
          </a:prstGeom>
          <a:solidFill>
            <a:srgbClr val="3D3470"/>
          </a:solidFill>
          <a:ln w="38100">
            <a:solidFill>
              <a:srgbClr val="6C63FF"/>
            </a:solidFill>
            <a:prstDash val="solid"/>
          </a:ln>
        </p:spPr>
      </p:sp>
      <p:pic>
        <p:nvPicPr>
          <p:cNvPr id="19" name="Icon 172" descr="FaKeyboard">    </p:cNvPr>
          <p:cNvPicPr>
            <a:picLocks noChangeAspect="1"/>
          </p:cNvPicPr>
          <p:nvPr/>
        </p:nvPicPr>
        <p:blipFill>
          <a:blip r:embed="rId5"/>
          <a:stretch>
            <a:fillRect/>
          </a:stretch>
        </p:blipFill>
        <p:spPr>
          <a:xfrm>
            <a:off x="5481828" y="3031236"/>
            <a:ext cx="384048" cy="384048"/>
          </a:xfrm>
          <a:prstGeom prst="rect">
            <a:avLst/>
          </a:prstGeom>
        </p:spPr>
      </p:pic>
      <p:sp>
        <p:nvSpPr>
          <p:cNvPr id="20" name="Text 173"/>
          <p:cNvSpPr txBox="1"/>
          <p:nvPr/>
        </p:nvSpPr>
        <p:spPr>
          <a:xfrm>
            <a:off x="5148072"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Words</a:t>
            </a:r>
            <a:endParaRPr lang="en-US" sz="1100" dirty="0"/>
          </a:p>
        </p:txBody>
      </p:sp>
      <p:sp>
        <p:nvSpPr>
          <p:cNvPr id="21" name="Shape 14"/>
          <p:cNvSpPr/>
          <p:nvPr/>
        </p:nvSpPr>
        <p:spPr>
          <a:xfrm>
            <a:off x="6400800" y="2788920"/>
            <a:ext cx="868680" cy="868680"/>
          </a:xfrm>
          <a:prstGeom prst="ellipse">
            <a:avLst/>
          </a:prstGeom>
          <a:solidFill>
            <a:srgbClr val="3D3470"/>
          </a:solidFill>
          <a:ln w="38100">
            <a:solidFill>
              <a:srgbClr val="4DA3E0"/>
            </a:solidFill>
            <a:prstDash val="solid"/>
          </a:ln>
        </p:spPr>
      </p:sp>
      <p:pic>
        <p:nvPicPr>
          <p:cNvPr id="22" name="Icon 174" descr="FaFont">    </p:cNvPr>
          <p:cNvPicPr>
            <a:picLocks noChangeAspect="1"/>
          </p:cNvPicPr>
          <p:nvPr/>
        </p:nvPicPr>
        <p:blipFill>
          <a:blip r:embed="rId6"/>
          <a:stretch>
            <a:fillRect/>
          </a:stretch>
        </p:blipFill>
        <p:spPr>
          <a:xfrm>
            <a:off x="6643116" y="3031236"/>
            <a:ext cx="384048" cy="384048"/>
          </a:xfrm>
          <a:prstGeom prst="rect">
            <a:avLst/>
          </a:prstGeom>
        </p:spPr>
      </p:pic>
      <p:sp>
        <p:nvSpPr>
          <p:cNvPr id="23" name="Text 175"/>
          <p:cNvSpPr txBox="1"/>
          <p:nvPr/>
        </p:nvSpPr>
        <p:spPr>
          <a:xfrm>
            <a:off x="6309360"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My name</a:t>
            </a:r>
            <a:endParaRPr lang="en-US" sz="1100" dirty="0"/>
          </a:p>
        </p:txBody>
      </p:sp>
      <p:sp>
        <p:nvSpPr>
          <p:cNvPr id="24" name="Shape 16"/>
          <p:cNvSpPr/>
          <p:nvPr/>
        </p:nvSpPr>
        <p:spPr>
          <a:xfrm>
            <a:off x="7562088" y="2788920"/>
            <a:ext cx="868680" cy="868680"/>
          </a:xfrm>
          <a:prstGeom prst="ellipse">
            <a:avLst/>
          </a:prstGeom>
          <a:solidFill>
            <a:srgbClr val="3D3470"/>
          </a:solidFill>
          <a:ln w="38100">
            <a:solidFill>
              <a:srgbClr val="2E9E5B"/>
            </a:solidFill>
            <a:prstDash val="solid"/>
          </a:ln>
        </p:spPr>
      </p:sp>
      <p:pic>
        <p:nvPicPr>
          <p:cNvPr id="25" name="Icon 176" descr="FaBackspace">    </p:cNvPr>
          <p:cNvPicPr>
            <a:picLocks noChangeAspect="1"/>
          </p:cNvPicPr>
          <p:nvPr/>
        </p:nvPicPr>
        <p:blipFill>
          <a:blip r:embed="rId7"/>
          <a:stretch>
            <a:fillRect/>
          </a:stretch>
        </p:blipFill>
        <p:spPr>
          <a:xfrm>
            <a:off x="7804404" y="3031236"/>
            <a:ext cx="384048" cy="384048"/>
          </a:xfrm>
          <a:prstGeom prst="rect">
            <a:avLst/>
          </a:prstGeom>
        </p:spPr>
      </p:pic>
      <p:sp>
        <p:nvSpPr>
          <p:cNvPr id="26" name="Text 177"/>
          <p:cNvSpPr txBox="1"/>
          <p:nvPr/>
        </p:nvSpPr>
        <p:spPr>
          <a:xfrm>
            <a:off x="7470648" y="3749040"/>
            <a:ext cx="1051560" cy="320040"/>
          </a:xfrm>
          <a:prstGeom prst="rect">
            <a:avLst/>
          </a:prstGeom>
          <a:noFill/>
          <a:ln/>
        </p:spPr>
        <p:txBody>
          <a:bodyPr wrap="square" lIns="0" tIns="0" rIns="0" bIns="0" rtlCol="0" anchor="t"/>
          <a:lstStyle/>
          <a:p>
            <a:pPr algn="ctr" indent="0" marL="0">
              <a:buNone/>
            </a:pPr>
            <a:r>
              <a:rPr lang="en-US" sz="1100" dirty="0">
                <a:solidFill>
                  <a:schemeClr val="bg1"/>
                </a:solidFill>
              </a:rPr>
              <a:t>Fix it</a:t>
            </a:r>
            <a:endParaRPr lang="en-US" sz="1100" dirty="0"/>
          </a:p>
        </p:txBody>
      </p:sp>
      <p:sp>
        <p:nvSpPr>
          <p:cNvPr id="27" name="Text 178"/>
          <p:cNvSpPr txBox="1"/>
          <p:nvPr/>
        </p:nvSpPr>
        <p:spPr>
          <a:xfrm>
            <a:off x="548640" y="4389120"/>
            <a:ext cx="8046720" cy="457200"/>
          </a:xfrm>
          <a:prstGeom prst="rect">
            <a:avLst/>
          </a:prstGeom>
          <a:noFill/>
          <a:ln/>
        </p:spPr>
        <p:txBody>
          <a:bodyPr wrap="square" lIns="0" tIns="0" rIns="0" bIns="0" rtlCol="0" anchor="t"/>
          <a:lstStyle/>
          <a:p>
            <a:pPr algn="ctr" indent="0" marL="0">
              <a:buNone/>
            </a:pPr>
            <a:r>
              <a:rPr lang="en-US" sz="1800" b="1" dirty="0">
                <a:solidFill>
                  <a:srgbClr val="FFD23F"/>
                </a:solidFill>
              </a:rPr>
              <a:t>7 levels · about 10 minutes · finish them all!</a:t>
            </a:r>
            <a:endParaRPr lang="en-US" sz="1800" dirty="0"/>
          </a:p>
        </p:txBody>
      </p:sp>
      <p:sp>
        <p:nvSpPr>
          <p:cNvPr id="29" name="Text 0"/>
          <p:cNvSpPr/>
          <p:nvPr>
            <p:ph idx="100" type="title" hasCustomPrompt="1"/>
          </p:nvPr>
        </p:nvSpPr>
        <p:spPr>
          <a:xfrm>
            <a:off x="548640" y="1097280"/>
            <a:ext cx="4937760" cy="1463040"/>
          </a:xfrm>
          <a:prstGeom prst="rect">
            <a:avLst/>
          </a:prstGeom>
          <a:noFill/>
          <a:ln/>
        </p:spPr>
        <p:txBody>
          <a:bodyPr wrap="square" lIns="0" tIns="0" rIns="0" bIns="0" rtlCol="0" anchor="t"/>
          <a:lstStyle/>
          <a:p>
            <a:pPr algn="l" indent="0" marL="0">
              <a:buNone/>
            </a:pPr>
            <a:endParaRPr lang="en-US" sz="4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I can…</a:t>
            </a:r>
            <a:endParaRPr lang="en-US" sz="2800" dirty="0"/>
          </a:p>
        </p:txBody>
      </p:sp>
      <p:sp>
        <p:nvSpPr>
          <p:cNvPr id="3" name="Accent 179"/>
          <p:cNvSpPr/>
          <p:nvPr/>
        </p:nvSpPr>
        <p:spPr>
          <a:xfrm>
            <a:off x="0" y="256032"/>
            <a:ext cx="164592" cy="685800"/>
          </a:xfrm>
          <a:prstGeom prst="rect">
            <a:avLst/>
          </a:prstGeom>
          <a:solidFill>
            <a:srgbClr val="FF9A3D"/>
          </a:solidFill>
          <a:ln w="12700">
            <a:solidFill>
              <a:srgbClr val="FF9A3D"/>
            </a:solidFill>
            <a:prstDash val="solid"/>
          </a:ln>
        </p:spPr>
      </p:sp>
      <p:sp>
        <p:nvSpPr>
          <p:cNvPr id="4" name="Card 180"/>
          <p:cNvSpPr/>
          <p:nvPr/>
        </p:nvSpPr>
        <p:spPr>
          <a:xfrm>
            <a:off x="457200" y="1143000"/>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5" name="Shape 3"/>
          <p:cNvSpPr/>
          <p:nvPr/>
        </p:nvSpPr>
        <p:spPr>
          <a:xfrm>
            <a:off x="594360" y="1197864"/>
            <a:ext cx="420624" cy="420624"/>
          </a:xfrm>
          <a:prstGeom prst="ellipse">
            <a:avLst/>
          </a:prstGeom>
          <a:solidFill>
            <a:srgbClr val="FF5C8A"/>
          </a:solidFill>
          <a:ln w="12700">
            <a:solidFill>
              <a:srgbClr val="FFFFFF"/>
            </a:solidFill>
            <a:prstDash val="solid"/>
          </a:ln>
        </p:spPr>
      </p:sp>
      <p:pic>
        <p:nvPicPr>
          <p:cNvPr id="6" name="Icon 181" descr="FaSearch">    </p:cNvPr>
          <p:cNvPicPr>
            <a:picLocks noChangeAspect="1"/>
          </p:cNvPicPr>
          <p:nvPr/>
        </p:nvPicPr>
        <p:blipFill>
          <a:blip r:embed="rId1"/>
          <a:stretch>
            <a:fillRect/>
          </a:stretch>
        </p:blipFill>
        <p:spPr>
          <a:xfrm>
            <a:off x="694944" y="1298448"/>
            <a:ext cx="219456" cy="219456"/>
          </a:xfrm>
          <a:prstGeom prst="rect">
            <a:avLst/>
          </a:prstGeom>
        </p:spPr>
      </p:pic>
      <p:sp>
        <p:nvSpPr>
          <p:cNvPr id="7" name="Text 182"/>
          <p:cNvSpPr txBox="1"/>
          <p:nvPr/>
        </p:nvSpPr>
        <p:spPr>
          <a:xfrm>
            <a:off x="1280160" y="1143000"/>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say what technology is</a:t>
            </a:r>
            <a:endParaRPr lang="en-US" sz="1600" dirty="0"/>
          </a:p>
        </p:txBody>
      </p:sp>
      <p:sp>
        <p:nvSpPr>
          <p:cNvPr id="8" name="Card 183"/>
          <p:cNvSpPr/>
          <p:nvPr/>
        </p:nvSpPr>
        <p:spPr>
          <a:xfrm>
            <a:off x="457200" y="1764792"/>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9" name="Shape 6"/>
          <p:cNvSpPr/>
          <p:nvPr/>
        </p:nvSpPr>
        <p:spPr>
          <a:xfrm>
            <a:off x="594360" y="1819656"/>
            <a:ext cx="420624" cy="420624"/>
          </a:xfrm>
          <a:prstGeom prst="ellipse">
            <a:avLst/>
          </a:prstGeom>
          <a:solidFill>
            <a:srgbClr val="4DA3E0"/>
          </a:solidFill>
          <a:ln w="12700">
            <a:solidFill>
              <a:srgbClr val="FFFFFF"/>
            </a:solidFill>
            <a:prstDash val="solid"/>
          </a:ln>
        </p:spPr>
      </p:sp>
      <p:pic>
        <p:nvPicPr>
          <p:cNvPr id="10" name="Icon 184" descr="FaTabletAlt">    </p:cNvPr>
          <p:cNvPicPr>
            <a:picLocks noChangeAspect="1"/>
          </p:cNvPicPr>
          <p:nvPr/>
        </p:nvPicPr>
        <p:blipFill>
          <a:blip r:embed="rId2"/>
          <a:stretch>
            <a:fillRect/>
          </a:stretch>
        </p:blipFill>
        <p:spPr>
          <a:xfrm>
            <a:off x="694944" y="1920240"/>
            <a:ext cx="219456" cy="219456"/>
          </a:xfrm>
          <a:prstGeom prst="rect">
            <a:avLst/>
          </a:prstGeom>
        </p:spPr>
      </p:pic>
      <p:sp>
        <p:nvSpPr>
          <p:cNvPr id="11" name="Text 185"/>
          <p:cNvSpPr txBox="1"/>
          <p:nvPr/>
        </p:nvSpPr>
        <p:spPr>
          <a:xfrm>
            <a:off x="1280160" y="1764792"/>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name the parts of a tablet</a:t>
            </a:r>
            <a:endParaRPr lang="en-US" sz="1600" dirty="0"/>
          </a:p>
        </p:txBody>
      </p:sp>
      <p:sp>
        <p:nvSpPr>
          <p:cNvPr id="12" name="Card 186"/>
          <p:cNvSpPr/>
          <p:nvPr/>
        </p:nvSpPr>
        <p:spPr>
          <a:xfrm>
            <a:off x="457200" y="2386584"/>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13" name="Shape 9"/>
          <p:cNvSpPr/>
          <p:nvPr/>
        </p:nvSpPr>
        <p:spPr>
          <a:xfrm>
            <a:off x="594360" y="2441448"/>
            <a:ext cx="420624" cy="420624"/>
          </a:xfrm>
          <a:prstGeom prst="ellipse">
            <a:avLst/>
          </a:prstGeom>
          <a:solidFill>
            <a:srgbClr val="FF9A3D"/>
          </a:solidFill>
          <a:ln w="12700">
            <a:solidFill>
              <a:srgbClr val="FFFFFF"/>
            </a:solidFill>
            <a:prstDash val="solid"/>
          </a:ln>
        </p:spPr>
      </p:sp>
      <p:pic>
        <p:nvPicPr>
          <p:cNvPr id="14" name="Icon 187" descr="FaHandPointUp">    </p:cNvPr>
          <p:cNvPicPr>
            <a:picLocks noChangeAspect="1"/>
          </p:cNvPicPr>
          <p:nvPr/>
        </p:nvPicPr>
        <p:blipFill>
          <a:blip r:embed="rId3"/>
          <a:stretch>
            <a:fillRect/>
          </a:stretch>
        </p:blipFill>
        <p:spPr>
          <a:xfrm>
            <a:off x="694944" y="2542032"/>
            <a:ext cx="219456" cy="219456"/>
          </a:xfrm>
          <a:prstGeom prst="rect">
            <a:avLst/>
          </a:prstGeom>
        </p:spPr>
      </p:pic>
      <p:sp>
        <p:nvSpPr>
          <p:cNvPr id="15" name="Text 188"/>
          <p:cNvSpPr txBox="1"/>
          <p:nvPr/>
        </p:nvSpPr>
        <p:spPr>
          <a:xfrm>
            <a:off x="1280160" y="2386584"/>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tap, double-tap and drag</a:t>
            </a:r>
            <a:endParaRPr lang="en-US" sz="1600" dirty="0"/>
          </a:p>
        </p:txBody>
      </p:sp>
      <p:sp>
        <p:nvSpPr>
          <p:cNvPr id="16" name="Card 189"/>
          <p:cNvSpPr/>
          <p:nvPr/>
        </p:nvSpPr>
        <p:spPr>
          <a:xfrm>
            <a:off x="457200" y="3008376"/>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17" name="Shape 12"/>
          <p:cNvSpPr/>
          <p:nvPr/>
        </p:nvSpPr>
        <p:spPr>
          <a:xfrm>
            <a:off x="594360" y="3063240"/>
            <a:ext cx="420624" cy="420624"/>
          </a:xfrm>
          <a:prstGeom prst="ellipse">
            <a:avLst/>
          </a:prstGeom>
          <a:solidFill>
            <a:srgbClr val="6C63FF"/>
          </a:solidFill>
          <a:ln w="12700">
            <a:solidFill>
              <a:srgbClr val="FFFFFF"/>
            </a:solidFill>
            <a:prstDash val="solid"/>
          </a:ln>
        </p:spPr>
      </p:sp>
      <p:pic>
        <p:nvPicPr>
          <p:cNvPr id="18" name="Icon 190" descr="FaKeyboard">    </p:cNvPr>
          <p:cNvPicPr>
            <a:picLocks noChangeAspect="1"/>
          </p:cNvPicPr>
          <p:nvPr/>
        </p:nvPicPr>
        <p:blipFill>
          <a:blip r:embed="rId4"/>
          <a:stretch>
            <a:fillRect/>
          </a:stretch>
        </p:blipFill>
        <p:spPr>
          <a:xfrm>
            <a:off x="694944" y="3163824"/>
            <a:ext cx="219456" cy="219456"/>
          </a:xfrm>
          <a:prstGeom prst="rect">
            <a:avLst/>
          </a:prstGeom>
        </p:spPr>
      </p:pic>
      <p:sp>
        <p:nvSpPr>
          <p:cNvPr id="19" name="Text 191"/>
          <p:cNvSpPr txBox="1"/>
          <p:nvPr/>
        </p:nvSpPr>
        <p:spPr>
          <a:xfrm>
            <a:off x="1280160" y="3008376"/>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type my name on the screen</a:t>
            </a:r>
            <a:endParaRPr lang="en-US" sz="1600" dirty="0"/>
          </a:p>
        </p:txBody>
      </p:sp>
      <p:sp>
        <p:nvSpPr>
          <p:cNvPr id="20" name="Card 192"/>
          <p:cNvSpPr/>
          <p:nvPr/>
        </p:nvSpPr>
        <p:spPr>
          <a:xfrm>
            <a:off x="457200" y="3630168"/>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21" name="Shape 15"/>
          <p:cNvSpPr/>
          <p:nvPr/>
        </p:nvSpPr>
        <p:spPr>
          <a:xfrm>
            <a:off x="594360" y="3685032"/>
            <a:ext cx="420624" cy="420624"/>
          </a:xfrm>
          <a:prstGeom prst="ellipse">
            <a:avLst/>
          </a:prstGeom>
          <a:solidFill>
            <a:srgbClr val="1FB89A"/>
          </a:solidFill>
          <a:ln w="12700">
            <a:solidFill>
              <a:srgbClr val="FFFFFF"/>
            </a:solidFill>
            <a:prstDash val="solid"/>
          </a:ln>
        </p:spPr>
      </p:sp>
      <p:pic>
        <p:nvPicPr>
          <p:cNvPr id="22" name="Icon 193" descr="FaEraser">    </p:cNvPr>
          <p:cNvPicPr>
            <a:picLocks noChangeAspect="1"/>
          </p:cNvPicPr>
          <p:nvPr/>
        </p:nvPicPr>
        <p:blipFill>
          <a:blip r:embed="rId5"/>
          <a:stretch>
            <a:fillRect/>
          </a:stretch>
        </p:blipFill>
        <p:spPr>
          <a:xfrm>
            <a:off x="694944" y="3785616"/>
            <a:ext cx="219456" cy="219456"/>
          </a:xfrm>
          <a:prstGeom prst="rect">
            <a:avLst/>
          </a:prstGeom>
        </p:spPr>
      </p:pic>
      <p:sp>
        <p:nvSpPr>
          <p:cNvPr id="23" name="Text 194"/>
          <p:cNvSpPr txBox="1"/>
          <p:nvPr/>
        </p:nvSpPr>
        <p:spPr>
          <a:xfrm>
            <a:off x="1280160" y="3630168"/>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fix a mistake in my writing</a:t>
            </a:r>
            <a:endParaRPr lang="en-US" sz="1600" dirty="0"/>
          </a:p>
        </p:txBody>
      </p:sp>
      <p:sp>
        <p:nvSpPr>
          <p:cNvPr id="24" name="Card 195"/>
          <p:cNvSpPr/>
          <p:nvPr/>
        </p:nvSpPr>
        <p:spPr>
          <a:xfrm>
            <a:off x="457200" y="4251960"/>
            <a:ext cx="8321040" cy="530352"/>
          </a:xfrm>
          <a:prstGeom prst="roundRect">
            <a:avLst>
              <a:gd name="adj" fmla="val 20690"/>
            </a:avLst>
          </a:prstGeom>
          <a:solidFill>
            <a:srgbClr val="FFFFFF"/>
          </a:solidFill>
          <a:ln/>
          <a:effectLst>
            <a:outerShdw sx="100000" sy="100000" kx="0" ky="0" algn="bl" rotWithShape="0" blurRad="76200" dist="25400" dir="5400000">
              <a:srgbClr val="2B2250">
                <a:alpha val="15000"/>
              </a:srgbClr>
            </a:outerShdw>
          </a:effectLst>
        </p:spPr>
      </p:sp>
      <p:sp>
        <p:nvSpPr>
          <p:cNvPr id="25" name="Shape 18"/>
          <p:cNvSpPr/>
          <p:nvPr/>
        </p:nvSpPr>
        <p:spPr>
          <a:xfrm>
            <a:off x="594360" y="4306824"/>
            <a:ext cx="420624" cy="420624"/>
          </a:xfrm>
          <a:prstGeom prst="ellipse">
            <a:avLst/>
          </a:prstGeom>
          <a:solidFill>
            <a:srgbClr val="2E9E5B"/>
          </a:solidFill>
          <a:ln w="12700">
            <a:solidFill>
              <a:srgbClr val="FFFFFF"/>
            </a:solidFill>
            <a:prstDash val="solid"/>
          </a:ln>
        </p:spPr>
      </p:sp>
      <p:pic>
        <p:nvPicPr>
          <p:cNvPr id="26" name="Icon 196" descr="FaShieldAlt">    </p:cNvPr>
          <p:cNvPicPr>
            <a:picLocks noChangeAspect="1"/>
          </p:cNvPicPr>
          <p:nvPr/>
        </p:nvPicPr>
        <p:blipFill>
          <a:blip r:embed="rId6"/>
          <a:stretch>
            <a:fillRect/>
          </a:stretch>
        </p:blipFill>
        <p:spPr>
          <a:xfrm>
            <a:off x="694944" y="4407408"/>
            <a:ext cx="219456" cy="219456"/>
          </a:xfrm>
          <a:prstGeom prst="rect">
            <a:avLst/>
          </a:prstGeom>
        </p:spPr>
      </p:pic>
      <p:sp>
        <p:nvSpPr>
          <p:cNvPr id="27" name="Text 197"/>
          <p:cNvSpPr txBox="1"/>
          <p:nvPr/>
        </p:nvSpPr>
        <p:spPr>
          <a:xfrm>
            <a:off x="1280160" y="4251960"/>
            <a:ext cx="7223760" cy="530352"/>
          </a:xfrm>
          <a:prstGeom prst="rect">
            <a:avLst/>
          </a:prstGeom>
          <a:noFill/>
          <a:ln/>
        </p:spPr>
        <p:txBody>
          <a:bodyPr wrap="square" lIns="0" tIns="0" rIns="0" bIns="0" rtlCol="0" anchor="ctr"/>
          <a:lstStyle/>
          <a:p>
            <a:pPr indent="0" marL="0">
              <a:buNone/>
            </a:pPr>
            <a:r>
              <a:rPr lang="en-US" sz="1600" b="1" dirty="0">
                <a:solidFill>
                  <a:schemeClr val="tx1"/>
                </a:solidFill>
              </a:rPr>
              <a:t>I can use a tablet safely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463040"/>
          </a:xfrm>
          <a:prstGeom prst="rect">
            <a:avLst/>
          </a:prstGeom>
          <a:noFill/>
          <a:ln/>
        </p:spPr>
        <p:txBody>
          <a:bodyPr wrap="square" lIns="0" tIns="0" rIns="0" bIns="0" rtlCol="0" anchor="t"/>
          <a:lstStyle/>
          <a:p>
            <a:pPr algn="l" indent="0" marL="0">
              <a:buNone/>
            </a:pPr>
            <a:r>
              <a:rPr lang="en-US" sz="4600" b="1" dirty="0">
                <a:solidFill>
                  <a:schemeClr val="bg1"/>
                </a:solidFill>
              </a:rPr>
              <a:t>Well done, Tablet Masters!</a:t>
            </a:r>
            <a:endParaRPr lang="en-US" sz="4600" dirty="0"/>
          </a:p>
        </p:txBody>
      </p:sp>
      <p:pic>
        <p:nvPicPr>
          <p:cNvPr id="3" name="Icon 198" descr="FaMedal">    </p:cNvPr>
          <p:cNvPicPr>
            <a:picLocks noChangeAspect="1"/>
          </p:cNvPicPr>
          <p:nvPr/>
        </p:nvPicPr>
        <p:blipFill>
          <a:blip r:embed="rId1"/>
          <a:stretch>
            <a:fillRect/>
          </a:stretch>
        </p:blipFill>
        <p:spPr>
          <a:xfrm>
            <a:off x="6217920" y="1097280"/>
            <a:ext cx="1828800" cy="1828800"/>
          </a:xfrm>
          <a:prstGeom prst="rect">
            <a:avLst/>
          </a:prstGeom>
        </p:spPr>
      </p:pic>
      <p:sp>
        <p:nvSpPr>
          <p:cNvPr id="4" name="Text 199"/>
          <p:cNvSpPr txBox="1"/>
          <p:nvPr/>
        </p:nvSpPr>
        <p:spPr>
          <a:xfrm>
            <a:off x="548640" y="2834640"/>
            <a:ext cx="4754880" cy="457200"/>
          </a:xfrm>
          <a:prstGeom prst="rect">
            <a:avLst/>
          </a:prstGeom>
          <a:noFill/>
          <a:ln/>
        </p:spPr>
        <p:txBody>
          <a:bodyPr wrap="square" lIns="0" tIns="0" rIns="0" bIns="0" rtlCol="0" anchor="t"/>
          <a:lstStyle/>
          <a:p>
            <a:pPr indent="0" marL="0">
              <a:buNone/>
            </a:pPr>
            <a:r>
              <a:rPr lang="en-US" sz="2000" dirty="0">
                <a:solidFill>
                  <a:srgbClr val="FFD23F"/>
                </a:solidFill>
              </a:rPr>
              <a:t>Great learning, Year 1</a:t>
            </a:r>
            <a:endParaRPr lang="en-US" sz="2000" dirty="0"/>
          </a:p>
        </p:txBody>
      </p:sp>
    </p:spTree>
  </p:cSld>
  <p:clrMapOvr>
    <a:masterClrMapping/>
  </p:clrMapOvr>
</p:sld>
</file>

<file path=ppt/theme/theme1.xml><?xml version="1.0" encoding="utf-8"?>
<a:theme xmlns:a="http://schemas.openxmlformats.org/drawingml/2006/main" name="Y1 Revision">
  <a:themeElements>
    <a:clrScheme name="Y1 Revision">
      <a:dk1>
        <a:srgbClr val="2B2250"/>
      </a:dk1>
      <a:lt1>
        <a:srgbClr val="FFFFFF"/>
      </a:lt1>
      <a:dk2>
        <a:srgbClr val="3D3470"/>
      </a:dk2>
      <a:lt2>
        <a:srgbClr val="FFF8FB"/>
      </a:lt2>
      <a:accent1>
        <a:srgbClr val="1FB89A"/>
      </a:accent1>
      <a:accent2>
        <a:srgbClr val="FF9A3D"/>
      </a:accent2>
      <a:accent3>
        <a:srgbClr val="FF5C8A"/>
      </a:accent3>
      <a:accent4>
        <a:srgbClr val="4DA3E0"/>
      </a:accent4>
      <a:accent5>
        <a:srgbClr val="FFD23F"/>
      </a:accent5>
      <a:accent6>
        <a:srgbClr val="6B6685"/>
      </a:accent6>
      <a:hlink>
        <a:srgbClr val="4DA3E0"/>
      </a:hlink>
      <a:folHlink>
        <a:srgbClr val="6B6685"/>
      </a:folHlink>
    </a:clrScheme>
    <a:fontScheme name="Y1 Revis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1 Revision - Tablet Masters</dc:title>
  <dc:subject>PptxGenJS Presentation</dc:subject>
  <dc:creator>ICT</dc:creator>
  <cp:lastModifiedBy>ICT</cp:lastModifiedBy>
  <cp:revision>1</cp:revision>
  <dcterms:created xsi:type="dcterms:W3CDTF">2026-10-12T06:55:20Z</dcterms:created>
  <dcterms:modified xsi:type="dcterms:W3CDTF">2026-10-12T06:55:20Z</dcterms:modified>
</cp:coreProperties>
</file>